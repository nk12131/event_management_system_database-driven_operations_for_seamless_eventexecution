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3" r:id="rId11"/>
    <p:sldId id="264" r:id="rId12"/>
    <p:sldId id="265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73AF6-8AB3-4AF3-ACF4-003EAA6E86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7906682-1EBA-4B74-9103-44A142599BD7}">
      <dgm:prSet/>
      <dgm:spPr/>
      <dgm:t>
        <a:bodyPr/>
        <a:lstStyle/>
        <a:p>
          <a:r>
            <a:rPr lang="en-US"/>
            <a:t>Event planning is a complex and time-consuming process, involving numerous stakeholders, tasks, and logistics.</a:t>
          </a:r>
        </a:p>
      </dgm:t>
    </dgm:pt>
    <dgm:pt modelId="{EA11ADEE-35D5-4991-823D-1BD20F7EED73}" type="parTrans" cxnId="{0F8BDFC5-30ED-4F07-AEEA-7A4BD6AF7F84}">
      <dgm:prSet/>
      <dgm:spPr/>
      <dgm:t>
        <a:bodyPr/>
        <a:lstStyle/>
        <a:p>
          <a:endParaRPr lang="en-US"/>
        </a:p>
      </dgm:t>
    </dgm:pt>
    <dgm:pt modelId="{09B139CD-0F0F-435F-ACEF-7EE3A9C1DEAE}" type="sibTrans" cxnId="{0F8BDFC5-30ED-4F07-AEEA-7A4BD6AF7F84}">
      <dgm:prSet/>
      <dgm:spPr/>
      <dgm:t>
        <a:bodyPr/>
        <a:lstStyle/>
        <a:p>
          <a:endParaRPr lang="en-US"/>
        </a:p>
      </dgm:t>
    </dgm:pt>
    <dgm:pt modelId="{EF929FA9-A751-4E8A-AD54-EB1212A2FBFD}">
      <dgm:prSet/>
      <dgm:spPr/>
      <dgm:t>
        <a:bodyPr/>
        <a:lstStyle/>
        <a:p>
          <a:r>
            <a:rPr lang="en-US"/>
            <a:t>Current methods of managing events often rely on manual processes or disparate systems, leading to inefficiencies and errors.</a:t>
          </a:r>
        </a:p>
      </dgm:t>
    </dgm:pt>
    <dgm:pt modelId="{CD8C0DC6-146C-48F6-9978-F972240EECE6}" type="parTrans" cxnId="{26BBA6BB-E725-471D-A550-EA48B5669B31}">
      <dgm:prSet/>
      <dgm:spPr/>
      <dgm:t>
        <a:bodyPr/>
        <a:lstStyle/>
        <a:p>
          <a:endParaRPr lang="en-US"/>
        </a:p>
      </dgm:t>
    </dgm:pt>
    <dgm:pt modelId="{E279D9A7-1D45-4AC5-8050-8899CD0761B2}" type="sibTrans" cxnId="{26BBA6BB-E725-471D-A550-EA48B5669B31}">
      <dgm:prSet/>
      <dgm:spPr/>
      <dgm:t>
        <a:bodyPr/>
        <a:lstStyle/>
        <a:p>
          <a:endParaRPr lang="en-US"/>
        </a:p>
      </dgm:t>
    </dgm:pt>
    <dgm:pt modelId="{FF575760-C333-4D11-80E5-75973F1F3843}">
      <dgm:prSet/>
      <dgm:spPr/>
      <dgm:t>
        <a:bodyPr/>
        <a:lstStyle/>
        <a:p>
          <a:r>
            <a:rPr lang="en-US"/>
            <a:t>Clients face challenges in finding comprehensive solutions that address all their event planning needs in one platform.</a:t>
          </a:r>
        </a:p>
      </dgm:t>
    </dgm:pt>
    <dgm:pt modelId="{221886F3-544C-4AE9-B91C-D87168D876DD}" type="parTrans" cxnId="{F720C209-F13A-47AC-91DC-C6C8FF8103EA}">
      <dgm:prSet/>
      <dgm:spPr/>
      <dgm:t>
        <a:bodyPr/>
        <a:lstStyle/>
        <a:p>
          <a:endParaRPr lang="en-US"/>
        </a:p>
      </dgm:t>
    </dgm:pt>
    <dgm:pt modelId="{AF7C094B-3EFC-4481-9C57-26A5D00D2096}" type="sibTrans" cxnId="{F720C209-F13A-47AC-91DC-C6C8FF8103EA}">
      <dgm:prSet/>
      <dgm:spPr/>
      <dgm:t>
        <a:bodyPr/>
        <a:lstStyle/>
        <a:p>
          <a:endParaRPr lang="en-US"/>
        </a:p>
      </dgm:t>
    </dgm:pt>
    <dgm:pt modelId="{A15DDEF5-17BF-4B5D-BB54-FD2894E555FC}">
      <dgm:prSet/>
      <dgm:spPr/>
      <dgm:t>
        <a:bodyPr/>
        <a:lstStyle/>
        <a:p>
          <a:r>
            <a:rPr lang="en-US"/>
            <a:t>Communication and coordination issues arise when managing multiple vendors, attendees, and stakeholders.</a:t>
          </a:r>
        </a:p>
      </dgm:t>
    </dgm:pt>
    <dgm:pt modelId="{2D14747B-7362-4E36-954F-D8073F400FFB}" type="parTrans" cxnId="{E196B9B6-C553-4AED-9461-A8D00F863213}">
      <dgm:prSet/>
      <dgm:spPr/>
      <dgm:t>
        <a:bodyPr/>
        <a:lstStyle/>
        <a:p>
          <a:endParaRPr lang="en-US"/>
        </a:p>
      </dgm:t>
    </dgm:pt>
    <dgm:pt modelId="{EBA20773-70C2-4932-896D-A29408C1C9C7}" type="sibTrans" cxnId="{E196B9B6-C553-4AED-9461-A8D00F863213}">
      <dgm:prSet/>
      <dgm:spPr/>
      <dgm:t>
        <a:bodyPr/>
        <a:lstStyle/>
        <a:p>
          <a:endParaRPr lang="en-US"/>
        </a:p>
      </dgm:t>
    </dgm:pt>
    <dgm:pt modelId="{6F3A2FCD-60BA-4845-B8F5-B86BD623B9AF}" type="pres">
      <dgm:prSet presAssocID="{2FC73AF6-8AB3-4AF3-ACF4-003EAA6E8628}" presName="root" presStyleCnt="0">
        <dgm:presLayoutVars>
          <dgm:dir/>
          <dgm:resizeHandles val="exact"/>
        </dgm:presLayoutVars>
      </dgm:prSet>
      <dgm:spPr/>
    </dgm:pt>
    <dgm:pt modelId="{EB1E7072-5903-472F-B205-E8ED0822270F}" type="pres">
      <dgm:prSet presAssocID="{D7906682-1EBA-4B74-9103-44A142599BD7}" presName="compNode" presStyleCnt="0"/>
      <dgm:spPr/>
    </dgm:pt>
    <dgm:pt modelId="{FE06336F-7591-4818-9798-4A075925A8C0}" type="pres">
      <dgm:prSet presAssocID="{D7906682-1EBA-4B74-9103-44A142599BD7}" presName="bgRect" presStyleLbl="bgShp" presStyleIdx="0" presStyleCnt="4"/>
      <dgm:spPr/>
    </dgm:pt>
    <dgm:pt modelId="{E0B9B07C-58B0-4190-AAAA-0CD98E45ABF6}" type="pres">
      <dgm:prSet presAssocID="{D7906682-1EBA-4B74-9103-44A142599BD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FC7B4BF-303C-4C65-9ED9-53B609ABA321}" type="pres">
      <dgm:prSet presAssocID="{D7906682-1EBA-4B74-9103-44A142599BD7}" presName="spaceRect" presStyleCnt="0"/>
      <dgm:spPr/>
    </dgm:pt>
    <dgm:pt modelId="{3C2CFF5F-17BA-4EC5-99F8-614B3D802A57}" type="pres">
      <dgm:prSet presAssocID="{D7906682-1EBA-4B74-9103-44A142599BD7}" presName="parTx" presStyleLbl="revTx" presStyleIdx="0" presStyleCnt="4">
        <dgm:presLayoutVars>
          <dgm:chMax val="0"/>
          <dgm:chPref val="0"/>
        </dgm:presLayoutVars>
      </dgm:prSet>
      <dgm:spPr/>
    </dgm:pt>
    <dgm:pt modelId="{D6DD110A-A81C-4A32-95A0-763B1D323AB7}" type="pres">
      <dgm:prSet presAssocID="{09B139CD-0F0F-435F-ACEF-7EE3A9C1DEAE}" presName="sibTrans" presStyleCnt="0"/>
      <dgm:spPr/>
    </dgm:pt>
    <dgm:pt modelId="{08E4B081-4F90-4755-BA92-17C5082CA87E}" type="pres">
      <dgm:prSet presAssocID="{EF929FA9-A751-4E8A-AD54-EB1212A2FBFD}" presName="compNode" presStyleCnt="0"/>
      <dgm:spPr/>
    </dgm:pt>
    <dgm:pt modelId="{441E0D36-37AC-40AE-BE10-441812E34D75}" type="pres">
      <dgm:prSet presAssocID="{EF929FA9-A751-4E8A-AD54-EB1212A2FBFD}" presName="bgRect" presStyleLbl="bgShp" presStyleIdx="1" presStyleCnt="4"/>
      <dgm:spPr/>
    </dgm:pt>
    <dgm:pt modelId="{E2924D9F-3FDD-493E-A2DB-F77F66BF8BD1}" type="pres">
      <dgm:prSet presAssocID="{EF929FA9-A751-4E8A-AD54-EB1212A2FBF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A01D5EB-AFF2-4993-8524-B594D6BF1FF4}" type="pres">
      <dgm:prSet presAssocID="{EF929FA9-A751-4E8A-AD54-EB1212A2FBFD}" presName="spaceRect" presStyleCnt="0"/>
      <dgm:spPr/>
    </dgm:pt>
    <dgm:pt modelId="{7C71FF3E-C57A-485C-8696-89A2A6F81577}" type="pres">
      <dgm:prSet presAssocID="{EF929FA9-A751-4E8A-AD54-EB1212A2FBFD}" presName="parTx" presStyleLbl="revTx" presStyleIdx="1" presStyleCnt="4">
        <dgm:presLayoutVars>
          <dgm:chMax val="0"/>
          <dgm:chPref val="0"/>
        </dgm:presLayoutVars>
      </dgm:prSet>
      <dgm:spPr/>
    </dgm:pt>
    <dgm:pt modelId="{CCA0C2B6-3993-4EB3-8DAE-B1E9ECEEBB46}" type="pres">
      <dgm:prSet presAssocID="{E279D9A7-1D45-4AC5-8050-8899CD0761B2}" presName="sibTrans" presStyleCnt="0"/>
      <dgm:spPr/>
    </dgm:pt>
    <dgm:pt modelId="{33FA2AD5-FE27-4E8B-A3FE-9F62FC53CBCA}" type="pres">
      <dgm:prSet presAssocID="{FF575760-C333-4D11-80E5-75973F1F3843}" presName="compNode" presStyleCnt="0"/>
      <dgm:spPr/>
    </dgm:pt>
    <dgm:pt modelId="{8A0C87F5-2417-41B4-8A9F-0A4EC83388B7}" type="pres">
      <dgm:prSet presAssocID="{FF575760-C333-4D11-80E5-75973F1F3843}" presName="bgRect" presStyleLbl="bgShp" presStyleIdx="2" presStyleCnt="4"/>
      <dgm:spPr/>
    </dgm:pt>
    <dgm:pt modelId="{CA81E715-B564-4C43-A4A9-DAA49394A372}" type="pres">
      <dgm:prSet presAssocID="{FF575760-C333-4D11-80E5-75973F1F384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9D93100-3DBF-4AE1-A54A-F5E9E3206DD1}" type="pres">
      <dgm:prSet presAssocID="{FF575760-C333-4D11-80E5-75973F1F3843}" presName="spaceRect" presStyleCnt="0"/>
      <dgm:spPr/>
    </dgm:pt>
    <dgm:pt modelId="{F550FFD5-3FBE-43B2-8E2F-CBA84CAB20CD}" type="pres">
      <dgm:prSet presAssocID="{FF575760-C333-4D11-80E5-75973F1F3843}" presName="parTx" presStyleLbl="revTx" presStyleIdx="2" presStyleCnt="4">
        <dgm:presLayoutVars>
          <dgm:chMax val="0"/>
          <dgm:chPref val="0"/>
        </dgm:presLayoutVars>
      </dgm:prSet>
      <dgm:spPr/>
    </dgm:pt>
    <dgm:pt modelId="{D10E6FAC-0638-4702-8E61-8F3F8A430B23}" type="pres">
      <dgm:prSet presAssocID="{AF7C094B-3EFC-4481-9C57-26A5D00D2096}" presName="sibTrans" presStyleCnt="0"/>
      <dgm:spPr/>
    </dgm:pt>
    <dgm:pt modelId="{D40E18EE-A992-42FC-9AC9-8709682CDA82}" type="pres">
      <dgm:prSet presAssocID="{A15DDEF5-17BF-4B5D-BB54-FD2894E555FC}" presName="compNode" presStyleCnt="0"/>
      <dgm:spPr/>
    </dgm:pt>
    <dgm:pt modelId="{AEB385E4-27BE-4220-9998-40159A052E33}" type="pres">
      <dgm:prSet presAssocID="{A15DDEF5-17BF-4B5D-BB54-FD2894E555FC}" presName="bgRect" presStyleLbl="bgShp" presStyleIdx="3" presStyleCnt="4"/>
      <dgm:spPr/>
    </dgm:pt>
    <dgm:pt modelId="{12250B10-4322-486B-A927-2705549ED0DD}" type="pres">
      <dgm:prSet presAssocID="{A15DDEF5-17BF-4B5D-BB54-FD2894E555F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88125D8E-E896-40B7-B1A8-6B852D2DAD17}" type="pres">
      <dgm:prSet presAssocID="{A15DDEF5-17BF-4B5D-BB54-FD2894E555FC}" presName="spaceRect" presStyleCnt="0"/>
      <dgm:spPr/>
    </dgm:pt>
    <dgm:pt modelId="{37A5C612-0CD3-4DF3-83F8-A30D22A241A2}" type="pres">
      <dgm:prSet presAssocID="{A15DDEF5-17BF-4B5D-BB54-FD2894E555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20C209-F13A-47AC-91DC-C6C8FF8103EA}" srcId="{2FC73AF6-8AB3-4AF3-ACF4-003EAA6E8628}" destId="{FF575760-C333-4D11-80E5-75973F1F3843}" srcOrd="2" destOrd="0" parTransId="{221886F3-544C-4AE9-B91C-D87168D876DD}" sibTransId="{AF7C094B-3EFC-4481-9C57-26A5D00D2096}"/>
    <dgm:cxn modelId="{40897E1F-8615-447E-BF6B-FF505161C595}" type="presOf" srcId="{D7906682-1EBA-4B74-9103-44A142599BD7}" destId="{3C2CFF5F-17BA-4EC5-99F8-614B3D802A57}" srcOrd="0" destOrd="0" presId="urn:microsoft.com/office/officeart/2018/2/layout/IconVerticalSolidList"/>
    <dgm:cxn modelId="{8F98E428-B9E1-40E4-A7D9-02247BCF032F}" type="presOf" srcId="{FF575760-C333-4D11-80E5-75973F1F3843}" destId="{F550FFD5-3FBE-43B2-8E2F-CBA84CAB20CD}" srcOrd="0" destOrd="0" presId="urn:microsoft.com/office/officeart/2018/2/layout/IconVerticalSolidList"/>
    <dgm:cxn modelId="{E196B9B6-C553-4AED-9461-A8D00F863213}" srcId="{2FC73AF6-8AB3-4AF3-ACF4-003EAA6E8628}" destId="{A15DDEF5-17BF-4B5D-BB54-FD2894E555FC}" srcOrd="3" destOrd="0" parTransId="{2D14747B-7362-4E36-954F-D8073F400FFB}" sibTransId="{EBA20773-70C2-4932-896D-A29408C1C9C7}"/>
    <dgm:cxn modelId="{26BBA6BB-E725-471D-A550-EA48B5669B31}" srcId="{2FC73AF6-8AB3-4AF3-ACF4-003EAA6E8628}" destId="{EF929FA9-A751-4E8A-AD54-EB1212A2FBFD}" srcOrd="1" destOrd="0" parTransId="{CD8C0DC6-146C-48F6-9978-F972240EECE6}" sibTransId="{E279D9A7-1D45-4AC5-8050-8899CD0761B2}"/>
    <dgm:cxn modelId="{1152ACBD-87F2-4CFF-A674-480CB29F2BD0}" type="presOf" srcId="{2FC73AF6-8AB3-4AF3-ACF4-003EAA6E8628}" destId="{6F3A2FCD-60BA-4845-B8F5-B86BD623B9AF}" srcOrd="0" destOrd="0" presId="urn:microsoft.com/office/officeart/2018/2/layout/IconVerticalSolidList"/>
    <dgm:cxn modelId="{0F8BDFC5-30ED-4F07-AEEA-7A4BD6AF7F84}" srcId="{2FC73AF6-8AB3-4AF3-ACF4-003EAA6E8628}" destId="{D7906682-1EBA-4B74-9103-44A142599BD7}" srcOrd="0" destOrd="0" parTransId="{EA11ADEE-35D5-4991-823D-1BD20F7EED73}" sibTransId="{09B139CD-0F0F-435F-ACEF-7EE3A9C1DEAE}"/>
    <dgm:cxn modelId="{7585B7E6-5D74-4632-B03A-88CF64B09B01}" type="presOf" srcId="{A15DDEF5-17BF-4B5D-BB54-FD2894E555FC}" destId="{37A5C612-0CD3-4DF3-83F8-A30D22A241A2}" srcOrd="0" destOrd="0" presId="urn:microsoft.com/office/officeart/2018/2/layout/IconVerticalSolidList"/>
    <dgm:cxn modelId="{057BB3FD-4657-4CAC-BD12-7274216AD40E}" type="presOf" srcId="{EF929FA9-A751-4E8A-AD54-EB1212A2FBFD}" destId="{7C71FF3E-C57A-485C-8696-89A2A6F81577}" srcOrd="0" destOrd="0" presId="urn:microsoft.com/office/officeart/2018/2/layout/IconVerticalSolidList"/>
    <dgm:cxn modelId="{BDDBCAD8-BB1D-4DD6-92B9-CF0226E954F2}" type="presParOf" srcId="{6F3A2FCD-60BA-4845-B8F5-B86BD623B9AF}" destId="{EB1E7072-5903-472F-B205-E8ED0822270F}" srcOrd="0" destOrd="0" presId="urn:microsoft.com/office/officeart/2018/2/layout/IconVerticalSolidList"/>
    <dgm:cxn modelId="{ED746267-0D05-43EB-BE86-FA263A28628B}" type="presParOf" srcId="{EB1E7072-5903-472F-B205-E8ED0822270F}" destId="{FE06336F-7591-4818-9798-4A075925A8C0}" srcOrd="0" destOrd="0" presId="urn:microsoft.com/office/officeart/2018/2/layout/IconVerticalSolidList"/>
    <dgm:cxn modelId="{47F6C48B-58FC-4410-9AFB-197CC0D8B351}" type="presParOf" srcId="{EB1E7072-5903-472F-B205-E8ED0822270F}" destId="{E0B9B07C-58B0-4190-AAAA-0CD98E45ABF6}" srcOrd="1" destOrd="0" presId="urn:microsoft.com/office/officeart/2018/2/layout/IconVerticalSolidList"/>
    <dgm:cxn modelId="{FC4BF4F2-4027-4F73-B4D0-6AC1F59C7F80}" type="presParOf" srcId="{EB1E7072-5903-472F-B205-E8ED0822270F}" destId="{DFC7B4BF-303C-4C65-9ED9-53B609ABA321}" srcOrd="2" destOrd="0" presId="urn:microsoft.com/office/officeart/2018/2/layout/IconVerticalSolidList"/>
    <dgm:cxn modelId="{A8FD3817-1CE4-4BAB-A27B-4851FE717588}" type="presParOf" srcId="{EB1E7072-5903-472F-B205-E8ED0822270F}" destId="{3C2CFF5F-17BA-4EC5-99F8-614B3D802A57}" srcOrd="3" destOrd="0" presId="urn:microsoft.com/office/officeart/2018/2/layout/IconVerticalSolidList"/>
    <dgm:cxn modelId="{BEF5DDC0-EB82-40AE-84C3-53CD14CF8827}" type="presParOf" srcId="{6F3A2FCD-60BA-4845-B8F5-B86BD623B9AF}" destId="{D6DD110A-A81C-4A32-95A0-763B1D323AB7}" srcOrd="1" destOrd="0" presId="urn:microsoft.com/office/officeart/2018/2/layout/IconVerticalSolidList"/>
    <dgm:cxn modelId="{C1F46A62-5FCE-4005-8D94-711FD81A3264}" type="presParOf" srcId="{6F3A2FCD-60BA-4845-B8F5-B86BD623B9AF}" destId="{08E4B081-4F90-4755-BA92-17C5082CA87E}" srcOrd="2" destOrd="0" presId="urn:microsoft.com/office/officeart/2018/2/layout/IconVerticalSolidList"/>
    <dgm:cxn modelId="{2914F870-17C9-428D-9A0A-3C8A1F9AA717}" type="presParOf" srcId="{08E4B081-4F90-4755-BA92-17C5082CA87E}" destId="{441E0D36-37AC-40AE-BE10-441812E34D75}" srcOrd="0" destOrd="0" presId="urn:microsoft.com/office/officeart/2018/2/layout/IconVerticalSolidList"/>
    <dgm:cxn modelId="{C8515ACC-613D-4E48-BCA5-996F921DEB96}" type="presParOf" srcId="{08E4B081-4F90-4755-BA92-17C5082CA87E}" destId="{E2924D9F-3FDD-493E-A2DB-F77F66BF8BD1}" srcOrd="1" destOrd="0" presId="urn:microsoft.com/office/officeart/2018/2/layout/IconVerticalSolidList"/>
    <dgm:cxn modelId="{3EDE829F-9E45-4604-AE16-7085397248FA}" type="presParOf" srcId="{08E4B081-4F90-4755-BA92-17C5082CA87E}" destId="{6A01D5EB-AFF2-4993-8524-B594D6BF1FF4}" srcOrd="2" destOrd="0" presId="urn:microsoft.com/office/officeart/2018/2/layout/IconVerticalSolidList"/>
    <dgm:cxn modelId="{E18BC678-5698-423D-AFC6-FF293C1BBEF5}" type="presParOf" srcId="{08E4B081-4F90-4755-BA92-17C5082CA87E}" destId="{7C71FF3E-C57A-485C-8696-89A2A6F81577}" srcOrd="3" destOrd="0" presId="urn:microsoft.com/office/officeart/2018/2/layout/IconVerticalSolidList"/>
    <dgm:cxn modelId="{6DE4A848-9DC1-4BED-A4B8-64DE7C48AEEB}" type="presParOf" srcId="{6F3A2FCD-60BA-4845-B8F5-B86BD623B9AF}" destId="{CCA0C2B6-3993-4EB3-8DAE-B1E9ECEEBB46}" srcOrd="3" destOrd="0" presId="urn:microsoft.com/office/officeart/2018/2/layout/IconVerticalSolidList"/>
    <dgm:cxn modelId="{B32CBF22-E34A-4E09-B82F-F3BD3C37FC4D}" type="presParOf" srcId="{6F3A2FCD-60BA-4845-B8F5-B86BD623B9AF}" destId="{33FA2AD5-FE27-4E8B-A3FE-9F62FC53CBCA}" srcOrd="4" destOrd="0" presId="urn:microsoft.com/office/officeart/2018/2/layout/IconVerticalSolidList"/>
    <dgm:cxn modelId="{E13D7089-AAD8-45AF-A188-3CE97632E833}" type="presParOf" srcId="{33FA2AD5-FE27-4E8B-A3FE-9F62FC53CBCA}" destId="{8A0C87F5-2417-41B4-8A9F-0A4EC83388B7}" srcOrd="0" destOrd="0" presId="urn:microsoft.com/office/officeart/2018/2/layout/IconVerticalSolidList"/>
    <dgm:cxn modelId="{39121685-698E-45FE-B891-EA46DE460B25}" type="presParOf" srcId="{33FA2AD5-FE27-4E8B-A3FE-9F62FC53CBCA}" destId="{CA81E715-B564-4C43-A4A9-DAA49394A372}" srcOrd="1" destOrd="0" presId="urn:microsoft.com/office/officeart/2018/2/layout/IconVerticalSolidList"/>
    <dgm:cxn modelId="{E5B2BE1F-B737-4B9C-86BA-DC7FA7A4271E}" type="presParOf" srcId="{33FA2AD5-FE27-4E8B-A3FE-9F62FC53CBCA}" destId="{19D93100-3DBF-4AE1-A54A-F5E9E3206DD1}" srcOrd="2" destOrd="0" presId="urn:microsoft.com/office/officeart/2018/2/layout/IconVerticalSolidList"/>
    <dgm:cxn modelId="{5AFC3E16-86A2-4E59-9F40-745468A2D401}" type="presParOf" srcId="{33FA2AD5-FE27-4E8B-A3FE-9F62FC53CBCA}" destId="{F550FFD5-3FBE-43B2-8E2F-CBA84CAB20CD}" srcOrd="3" destOrd="0" presId="urn:microsoft.com/office/officeart/2018/2/layout/IconVerticalSolidList"/>
    <dgm:cxn modelId="{276608AE-606F-421F-A671-F84641F1196B}" type="presParOf" srcId="{6F3A2FCD-60BA-4845-B8F5-B86BD623B9AF}" destId="{D10E6FAC-0638-4702-8E61-8F3F8A430B23}" srcOrd="5" destOrd="0" presId="urn:microsoft.com/office/officeart/2018/2/layout/IconVerticalSolidList"/>
    <dgm:cxn modelId="{182D830A-6435-49A8-92D6-3FD1615427C2}" type="presParOf" srcId="{6F3A2FCD-60BA-4845-B8F5-B86BD623B9AF}" destId="{D40E18EE-A992-42FC-9AC9-8709682CDA82}" srcOrd="6" destOrd="0" presId="urn:microsoft.com/office/officeart/2018/2/layout/IconVerticalSolidList"/>
    <dgm:cxn modelId="{671661E4-F8E6-4AFE-B21E-33C217FFD655}" type="presParOf" srcId="{D40E18EE-A992-42FC-9AC9-8709682CDA82}" destId="{AEB385E4-27BE-4220-9998-40159A052E33}" srcOrd="0" destOrd="0" presId="urn:microsoft.com/office/officeart/2018/2/layout/IconVerticalSolidList"/>
    <dgm:cxn modelId="{902775AC-9CF0-4361-820D-071D5951581B}" type="presParOf" srcId="{D40E18EE-A992-42FC-9AC9-8709682CDA82}" destId="{12250B10-4322-486B-A927-2705549ED0DD}" srcOrd="1" destOrd="0" presId="urn:microsoft.com/office/officeart/2018/2/layout/IconVerticalSolidList"/>
    <dgm:cxn modelId="{7C8238FB-E762-489E-864A-59F4BF08D612}" type="presParOf" srcId="{D40E18EE-A992-42FC-9AC9-8709682CDA82}" destId="{88125D8E-E896-40B7-B1A8-6B852D2DAD17}" srcOrd="2" destOrd="0" presId="urn:microsoft.com/office/officeart/2018/2/layout/IconVerticalSolidList"/>
    <dgm:cxn modelId="{2FE10F0B-EE5D-4C4E-8E27-7AAAF3BA6838}" type="presParOf" srcId="{D40E18EE-A992-42FC-9AC9-8709682CDA82}" destId="{37A5C612-0CD3-4DF3-83F8-A30D22A24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8EF983-D6FB-4331-9B89-A4C55168EE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E206E2-61AB-45F4-B651-8E92DFA17754}">
      <dgm:prSet/>
      <dgm:spPr/>
      <dgm:t>
        <a:bodyPr/>
        <a:lstStyle/>
        <a:p>
          <a:r>
            <a:rPr lang="en-US"/>
            <a:t>A centralized event planning system will streamline processes by integrating key functionalities into one platform.</a:t>
          </a:r>
        </a:p>
      </dgm:t>
    </dgm:pt>
    <dgm:pt modelId="{398DC79D-C08B-4388-A81F-4CE35472F5B8}" type="parTrans" cxnId="{89EBCF89-DE3F-40E0-ABDB-AE552A403FE9}">
      <dgm:prSet/>
      <dgm:spPr/>
      <dgm:t>
        <a:bodyPr/>
        <a:lstStyle/>
        <a:p>
          <a:endParaRPr lang="en-US"/>
        </a:p>
      </dgm:t>
    </dgm:pt>
    <dgm:pt modelId="{276C7484-11E9-49D9-B2A7-82C09C76D3A7}" type="sibTrans" cxnId="{89EBCF89-DE3F-40E0-ABDB-AE552A403FE9}">
      <dgm:prSet/>
      <dgm:spPr/>
      <dgm:t>
        <a:bodyPr/>
        <a:lstStyle/>
        <a:p>
          <a:endParaRPr lang="en-US"/>
        </a:p>
      </dgm:t>
    </dgm:pt>
    <dgm:pt modelId="{BFDD07A1-E8DD-4112-8D3E-777AD6CE62AA}">
      <dgm:prSet/>
      <dgm:spPr/>
      <dgm:t>
        <a:bodyPr/>
        <a:lstStyle/>
        <a:p>
          <a:r>
            <a:rPr lang="en-US"/>
            <a:t>The database will automate repetitive tasks, facilitate communication, and provide real-time insights for decision making.</a:t>
          </a:r>
        </a:p>
      </dgm:t>
    </dgm:pt>
    <dgm:pt modelId="{E285B989-BB4A-4E65-9A40-9D94C4DB3E8B}" type="parTrans" cxnId="{E2445C29-AC97-41C9-9538-4031EE320607}">
      <dgm:prSet/>
      <dgm:spPr/>
      <dgm:t>
        <a:bodyPr/>
        <a:lstStyle/>
        <a:p>
          <a:endParaRPr lang="en-US"/>
        </a:p>
      </dgm:t>
    </dgm:pt>
    <dgm:pt modelId="{BC2561C0-8338-4F11-B1F1-3BB588347BBA}" type="sibTrans" cxnId="{E2445C29-AC97-41C9-9538-4031EE320607}">
      <dgm:prSet/>
      <dgm:spPr/>
      <dgm:t>
        <a:bodyPr/>
        <a:lstStyle/>
        <a:p>
          <a:endParaRPr lang="en-US"/>
        </a:p>
      </dgm:t>
    </dgm:pt>
    <dgm:pt modelId="{DEEFBD5F-852A-48D4-BA42-49EFEE4FE838}">
      <dgm:prSet/>
      <dgm:spPr/>
      <dgm:t>
        <a:bodyPr/>
        <a:lstStyle/>
        <a:p>
          <a:r>
            <a:rPr lang="en-US"/>
            <a:t>By offering a user-friendly interface, the database will enable collaboration between clients and event planners, enhancing overall efficiency.</a:t>
          </a:r>
        </a:p>
      </dgm:t>
    </dgm:pt>
    <dgm:pt modelId="{A72DD826-4269-4426-97D3-F025AA7506B3}" type="parTrans" cxnId="{679C8861-8802-4111-BFCA-6DEEA023B8ED}">
      <dgm:prSet/>
      <dgm:spPr/>
      <dgm:t>
        <a:bodyPr/>
        <a:lstStyle/>
        <a:p>
          <a:endParaRPr lang="en-US"/>
        </a:p>
      </dgm:t>
    </dgm:pt>
    <dgm:pt modelId="{630ADC09-63EF-443A-8A50-45E388787328}" type="sibTrans" cxnId="{679C8861-8802-4111-BFCA-6DEEA023B8ED}">
      <dgm:prSet/>
      <dgm:spPr/>
      <dgm:t>
        <a:bodyPr/>
        <a:lstStyle/>
        <a:p>
          <a:endParaRPr lang="en-US"/>
        </a:p>
      </dgm:t>
    </dgm:pt>
    <dgm:pt modelId="{0595F469-86AC-4035-B50F-AF22EE4F5467}">
      <dgm:prSet/>
      <dgm:spPr/>
      <dgm:t>
        <a:bodyPr/>
        <a:lstStyle/>
        <a:p>
          <a:r>
            <a:rPr lang="en-US"/>
            <a:t>With comprehensive data management capabilities, the database will address the challenges faced in event planning and improve the overall event management experience.</a:t>
          </a:r>
        </a:p>
      </dgm:t>
    </dgm:pt>
    <dgm:pt modelId="{F8929A9D-DF5A-4381-97DE-2BB52E6C39DA}" type="parTrans" cxnId="{4CEBE6C5-59BE-442E-98DC-A6EFAAD1BF9A}">
      <dgm:prSet/>
      <dgm:spPr/>
      <dgm:t>
        <a:bodyPr/>
        <a:lstStyle/>
        <a:p>
          <a:endParaRPr lang="en-US"/>
        </a:p>
      </dgm:t>
    </dgm:pt>
    <dgm:pt modelId="{5C8B668F-2385-4DC6-B1CF-5911ABD6E2D7}" type="sibTrans" cxnId="{4CEBE6C5-59BE-442E-98DC-A6EFAAD1BF9A}">
      <dgm:prSet/>
      <dgm:spPr/>
      <dgm:t>
        <a:bodyPr/>
        <a:lstStyle/>
        <a:p>
          <a:endParaRPr lang="en-US"/>
        </a:p>
      </dgm:t>
    </dgm:pt>
    <dgm:pt modelId="{35E42BB6-A613-4B15-979C-D11D58F9EF84}" type="pres">
      <dgm:prSet presAssocID="{DE8EF983-D6FB-4331-9B89-A4C55168EE26}" presName="root" presStyleCnt="0">
        <dgm:presLayoutVars>
          <dgm:dir/>
          <dgm:resizeHandles val="exact"/>
        </dgm:presLayoutVars>
      </dgm:prSet>
      <dgm:spPr/>
    </dgm:pt>
    <dgm:pt modelId="{F1AA0373-F435-46B7-ACA4-3FD0760F6808}" type="pres">
      <dgm:prSet presAssocID="{EFE206E2-61AB-45F4-B651-8E92DFA17754}" presName="compNode" presStyleCnt="0"/>
      <dgm:spPr/>
    </dgm:pt>
    <dgm:pt modelId="{95B41CC7-3331-4FBE-A6F5-32F015665E59}" type="pres">
      <dgm:prSet presAssocID="{EFE206E2-61AB-45F4-B651-8E92DFA17754}" presName="bgRect" presStyleLbl="bgShp" presStyleIdx="0" presStyleCnt="4"/>
      <dgm:spPr/>
    </dgm:pt>
    <dgm:pt modelId="{E668EAE7-235F-4B10-B68A-48937875B592}" type="pres">
      <dgm:prSet presAssocID="{EFE206E2-61AB-45F4-B651-8E92DFA1775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6DB85D4-96E2-49CE-A6A7-9389CD88AB89}" type="pres">
      <dgm:prSet presAssocID="{EFE206E2-61AB-45F4-B651-8E92DFA17754}" presName="spaceRect" presStyleCnt="0"/>
      <dgm:spPr/>
    </dgm:pt>
    <dgm:pt modelId="{57AD9665-86FF-4AFA-9C00-FB8BE0AD472C}" type="pres">
      <dgm:prSet presAssocID="{EFE206E2-61AB-45F4-B651-8E92DFA17754}" presName="parTx" presStyleLbl="revTx" presStyleIdx="0" presStyleCnt="4">
        <dgm:presLayoutVars>
          <dgm:chMax val="0"/>
          <dgm:chPref val="0"/>
        </dgm:presLayoutVars>
      </dgm:prSet>
      <dgm:spPr/>
    </dgm:pt>
    <dgm:pt modelId="{784D4A49-FEB5-4DEF-9B8F-76A56C5F8E0B}" type="pres">
      <dgm:prSet presAssocID="{276C7484-11E9-49D9-B2A7-82C09C76D3A7}" presName="sibTrans" presStyleCnt="0"/>
      <dgm:spPr/>
    </dgm:pt>
    <dgm:pt modelId="{E59164B3-D51C-4B4C-9A9B-54A26CC5594D}" type="pres">
      <dgm:prSet presAssocID="{BFDD07A1-E8DD-4112-8D3E-777AD6CE62AA}" presName="compNode" presStyleCnt="0"/>
      <dgm:spPr/>
    </dgm:pt>
    <dgm:pt modelId="{B89FC0BE-A2B9-43C5-BE7D-2BE80F7C7E36}" type="pres">
      <dgm:prSet presAssocID="{BFDD07A1-E8DD-4112-8D3E-777AD6CE62AA}" presName="bgRect" presStyleLbl="bgShp" presStyleIdx="1" presStyleCnt="4"/>
      <dgm:spPr/>
    </dgm:pt>
    <dgm:pt modelId="{A6B18787-4CC6-46DA-ACC9-00311E74C5E7}" type="pres">
      <dgm:prSet presAssocID="{BFDD07A1-E8DD-4112-8D3E-777AD6CE62A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EB33E9D-2A96-4836-AFDA-52B9242F27AD}" type="pres">
      <dgm:prSet presAssocID="{BFDD07A1-E8DD-4112-8D3E-777AD6CE62AA}" presName="spaceRect" presStyleCnt="0"/>
      <dgm:spPr/>
    </dgm:pt>
    <dgm:pt modelId="{4FBC093A-AFC5-485A-A709-F4363C5524C1}" type="pres">
      <dgm:prSet presAssocID="{BFDD07A1-E8DD-4112-8D3E-777AD6CE62AA}" presName="parTx" presStyleLbl="revTx" presStyleIdx="1" presStyleCnt="4">
        <dgm:presLayoutVars>
          <dgm:chMax val="0"/>
          <dgm:chPref val="0"/>
        </dgm:presLayoutVars>
      </dgm:prSet>
      <dgm:spPr/>
    </dgm:pt>
    <dgm:pt modelId="{8CE3EA28-29AE-4C0B-9463-299400297295}" type="pres">
      <dgm:prSet presAssocID="{BC2561C0-8338-4F11-B1F1-3BB588347BBA}" presName="sibTrans" presStyleCnt="0"/>
      <dgm:spPr/>
    </dgm:pt>
    <dgm:pt modelId="{10548E2A-6B8E-4211-8BB3-95E666410028}" type="pres">
      <dgm:prSet presAssocID="{DEEFBD5F-852A-48D4-BA42-49EFEE4FE838}" presName="compNode" presStyleCnt="0"/>
      <dgm:spPr/>
    </dgm:pt>
    <dgm:pt modelId="{151476A9-8BA4-44B0-8D25-28A747934D85}" type="pres">
      <dgm:prSet presAssocID="{DEEFBD5F-852A-48D4-BA42-49EFEE4FE838}" presName="bgRect" presStyleLbl="bgShp" presStyleIdx="2" presStyleCnt="4"/>
      <dgm:spPr/>
    </dgm:pt>
    <dgm:pt modelId="{62E37941-B73F-48FF-A8CD-3F48AD05BEC5}" type="pres">
      <dgm:prSet presAssocID="{DEEFBD5F-852A-48D4-BA42-49EFEE4FE83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9E735FE-9EA6-4CB4-98B1-36C0715E181C}" type="pres">
      <dgm:prSet presAssocID="{DEEFBD5F-852A-48D4-BA42-49EFEE4FE838}" presName="spaceRect" presStyleCnt="0"/>
      <dgm:spPr/>
    </dgm:pt>
    <dgm:pt modelId="{8CB3FBF6-5A9B-4167-B3DA-72EDE6B975BB}" type="pres">
      <dgm:prSet presAssocID="{DEEFBD5F-852A-48D4-BA42-49EFEE4FE838}" presName="parTx" presStyleLbl="revTx" presStyleIdx="2" presStyleCnt="4">
        <dgm:presLayoutVars>
          <dgm:chMax val="0"/>
          <dgm:chPref val="0"/>
        </dgm:presLayoutVars>
      </dgm:prSet>
      <dgm:spPr/>
    </dgm:pt>
    <dgm:pt modelId="{18C28047-B176-4CEB-8B9B-84C16988F8C6}" type="pres">
      <dgm:prSet presAssocID="{630ADC09-63EF-443A-8A50-45E388787328}" presName="sibTrans" presStyleCnt="0"/>
      <dgm:spPr/>
    </dgm:pt>
    <dgm:pt modelId="{69164C5D-933D-4A98-9179-4643AF698AD9}" type="pres">
      <dgm:prSet presAssocID="{0595F469-86AC-4035-B50F-AF22EE4F5467}" presName="compNode" presStyleCnt="0"/>
      <dgm:spPr/>
    </dgm:pt>
    <dgm:pt modelId="{806D7C32-6CC5-4090-9C06-14D56B20B788}" type="pres">
      <dgm:prSet presAssocID="{0595F469-86AC-4035-B50F-AF22EE4F5467}" presName="bgRect" presStyleLbl="bgShp" presStyleIdx="3" presStyleCnt="4"/>
      <dgm:spPr/>
    </dgm:pt>
    <dgm:pt modelId="{BD5E3AAF-593A-4EE0-BCD9-35FDD09C9251}" type="pres">
      <dgm:prSet presAssocID="{0595F469-86AC-4035-B50F-AF22EE4F546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22237BA-24D7-4CB8-8020-D82BC8DDA8A7}" type="pres">
      <dgm:prSet presAssocID="{0595F469-86AC-4035-B50F-AF22EE4F5467}" presName="spaceRect" presStyleCnt="0"/>
      <dgm:spPr/>
    </dgm:pt>
    <dgm:pt modelId="{E94D08A1-9E39-425A-8534-E99C7F8614D6}" type="pres">
      <dgm:prSet presAssocID="{0595F469-86AC-4035-B50F-AF22EE4F546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BA4F10B-E82D-4F46-A9B5-91BA046B8506}" type="presOf" srcId="{DEEFBD5F-852A-48D4-BA42-49EFEE4FE838}" destId="{8CB3FBF6-5A9B-4167-B3DA-72EDE6B975BB}" srcOrd="0" destOrd="0" presId="urn:microsoft.com/office/officeart/2018/2/layout/IconVerticalSolidList"/>
    <dgm:cxn modelId="{E2445C29-AC97-41C9-9538-4031EE320607}" srcId="{DE8EF983-D6FB-4331-9B89-A4C55168EE26}" destId="{BFDD07A1-E8DD-4112-8D3E-777AD6CE62AA}" srcOrd="1" destOrd="0" parTransId="{E285B989-BB4A-4E65-9A40-9D94C4DB3E8B}" sibTransId="{BC2561C0-8338-4F11-B1F1-3BB588347BBA}"/>
    <dgm:cxn modelId="{82A68754-3846-448B-9DB1-CCEE942D4BD5}" type="presOf" srcId="{0595F469-86AC-4035-B50F-AF22EE4F5467}" destId="{E94D08A1-9E39-425A-8534-E99C7F8614D6}" srcOrd="0" destOrd="0" presId="urn:microsoft.com/office/officeart/2018/2/layout/IconVerticalSolidList"/>
    <dgm:cxn modelId="{679C8861-8802-4111-BFCA-6DEEA023B8ED}" srcId="{DE8EF983-D6FB-4331-9B89-A4C55168EE26}" destId="{DEEFBD5F-852A-48D4-BA42-49EFEE4FE838}" srcOrd="2" destOrd="0" parTransId="{A72DD826-4269-4426-97D3-F025AA7506B3}" sibTransId="{630ADC09-63EF-443A-8A50-45E388787328}"/>
    <dgm:cxn modelId="{89EBCF89-DE3F-40E0-ABDB-AE552A403FE9}" srcId="{DE8EF983-D6FB-4331-9B89-A4C55168EE26}" destId="{EFE206E2-61AB-45F4-B651-8E92DFA17754}" srcOrd="0" destOrd="0" parTransId="{398DC79D-C08B-4388-A81F-4CE35472F5B8}" sibTransId="{276C7484-11E9-49D9-B2A7-82C09C76D3A7}"/>
    <dgm:cxn modelId="{E718B79B-7A22-45D0-B3D1-3D12AF873173}" type="presOf" srcId="{DE8EF983-D6FB-4331-9B89-A4C55168EE26}" destId="{35E42BB6-A613-4B15-979C-D11D58F9EF84}" srcOrd="0" destOrd="0" presId="urn:microsoft.com/office/officeart/2018/2/layout/IconVerticalSolidList"/>
    <dgm:cxn modelId="{D11074A7-97BC-40BC-8BB1-034696BD201D}" type="presOf" srcId="{EFE206E2-61AB-45F4-B651-8E92DFA17754}" destId="{57AD9665-86FF-4AFA-9C00-FB8BE0AD472C}" srcOrd="0" destOrd="0" presId="urn:microsoft.com/office/officeart/2018/2/layout/IconVerticalSolidList"/>
    <dgm:cxn modelId="{4CEBE6C5-59BE-442E-98DC-A6EFAAD1BF9A}" srcId="{DE8EF983-D6FB-4331-9B89-A4C55168EE26}" destId="{0595F469-86AC-4035-B50F-AF22EE4F5467}" srcOrd="3" destOrd="0" parTransId="{F8929A9D-DF5A-4381-97DE-2BB52E6C39DA}" sibTransId="{5C8B668F-2385-4DC6-B1CF-5911ABD6E2D7}"/>
    <dgm:cxn modelId="{A7330FE3-2868-43FE-9D3C-B09D9E317BC9}" type="presOf" srcId="{BFDD07A1-E8DD-4112-8D3E-777AD6CE62AA}" destId="{4FBC093A-AFC5-485A-A709-F4363C5524C1}" srcOrd="0" destOrd="0" presId="urn:microsoft.com/office/officeart/2018/2/layout/IconVerticalSolidList"/>
    <dgm:cxn modelId="{D9E37C1C-1212-4C18-890A-F999CFA47F79}" type="presParOf" srcId="{35E42BB6-A613-4B15-979C-D11D58F9EF84}" destId="{F1AA0373-F435-46B7-ACA4-3FD0760F6808}" srcOrd="0" destOrd="0" presId="urn:microsoft.com/office/officeart/2018/2/layout/IconVerticalSolidList"/>
    <dgm:cxn modelId="{4C02B808-1F0C-4F9F-8A04-90A8826474AE}" type="presParOf" srcId="{F1AA0373-F435-46B7-ACA4-3FD0760F6808}" destId="{95B41CC7-3331-4FBE-A6F5-32F015665E59}" srcOrd="0" destOrd="0" presId="urn:microsoft.com/office/officeart/2018/2/layout/IconVerticalSolidList"/>
    <dgm:cxn modelId="{FC24B597-99A4-46BC-A786-09B591F28015}" type="presParOf" srcId="{F1AA0373-F435-46B7-ACA4-3FD0760F6808}" destId="{E668EAE7-235F-4B10-B68A-48937875B592}" srcOrd="1" destOrd="0" presId="urn:microsoft.com/office/officeart/2018/2/layout/IconVerticalSolidList"/>
    <dgm:cxn modelId="{65DDD976-6A11-451A-BF9B-A2E02F430743}" type="presParOf" srcId="{F1AA0373-F435-46B7-ACA4-3FD0760F6808}" destId="{C6DB85D4-96E2-49CE-A6A7-9389CD88AB89}" srcOrd="2" destOrd="0" presId="urn:microsoft.com/office/officeart/2018/2/layout/IconVerticalSolidList"/>
    <dgm:cxn modelId="{59B7ACB0-8BBD-42E6-8075-27E6A95C6FD4}" type="presParOf" srcId="{F1AA0373-F435-46B7-ACA4-3FD0760F6808}" destId="{57AD9665-86FF-4AFA-9C00-FB8BE0AD472C}" srcOrd="3" destOrd="0" presId="urn:microsoft.com/office/officeart/2018/2/layout/IconVerticalSolidList"/>
    <dgm:cxn modelId="{25D3A4B6-C342-4015-A0A5-F3B20EF47C69}" type="presParOf" srcId="{35E42BB6-A613-4B15-979C-D11D58F9EF84}" destId="{784D4A49-FEB5-4DEF-9B8F-76A56C5F8E0B}" srcOrd="1" destOrd="0" presId="urn:microsoft.com/office/officeart/2018/2/layout/IconVerticalSolidList"/>
    <dgm:cxn modelId="{D8BFD48C-4258-48EB-9273-1006CA7D244D}" type="presParOf" srcId="{35E42BB6-A613-4B15-979C-D11D58F9EF84}" destId="{E59164B3-D51C-4B4C-9A9B-54A26CC5594D}" srcOrd="2" destOrd="0" presId="urn:microsoft.com/office/officeart/2018/2/layout/IconVerticalSolidList"/>
    <dgm:cxn modelId="{E98625B2-92A7-4A60-B7DB-8CF85382809A}" type="presParOf" srcId="{E59164B3-D51C-4B4C-9A9B-54A26CC5594D}" destId="{B89FC0BE-A2B9-43C5-BE7D-2BE80F7C7E36}" srcOrd="0" destOrd="0" presId="urn:microsoft.com/office/officeart/2018/2/layout/IconVerticalSolidList"/>
    <dgm:cxn modelId="{A3781CCD-7D19-4803-BEDE-DBFB77FAC7A5}" type="presParOf" srcId="{E59164B3-D51C-4B4C-9A9B-54A26CC5594D}" destId="{A6B18787-4CC6-46DA-ACC9-00311E74C5E7}" srcOrd="1" destOrd="0" presId="urn:microsoft.com/office/officeart/2018/2/layout/IconVerticalSolidList"/>
    <dgm:cxn modelId="{B4173157-7A53-4541-9042-715157C13067}" type="presParOf" srcId="{E59164B3-D51C-4B4C-9A9B-54A26CC5594D}" destId="{DEB33E9D-2A96-4836-AFDA-52B9242F27AD}" srcOrd="2" destOrd="0" presId="urn:microsoft.com/office/officeart/2018/2/layout/IconVerticalSolidList"/>
    <dgm:cxn modelId="{01522991-3448-4647-AEFF-C47B226B4CC7}" type="presParOf" srcId="{E59164B3-D51C-4B4C-9A9B-54A26CC5594D}" destId="{4FBC093A-AFC5-485A-A709-F4363C5524C1}" srcOrd="3" destOrd="0" presId="urn:microsoft.com/office/officeart/2018/2/layout/IconVerticalSolidList"/>
    <dgm:cxn modelId="{716E5EF1-97FB-4B43-AC0D-18C41A694AAE}" type="presParOf" srcId="{35E42BB6-A613-4B15-979C-D11D58F9EF84}" destId="{8CE3EA28-29AE-4C0B-9463-299400297295}" srcOrd="3" destOrd="0" presId="urn:microsoft.com/office/officeart/2018/2/layout/IconVerticalSolidList"/>
    <dgm:cxn modelId="{283B5DCF-2D3D-4AAF-8F19-49074FE60E7F}" type="presParOf" srcId="{35E42BB6-A613-4B15-979C-D11D58F9EF84}" destId="{10548E2A-6B8E-4211-8BB3-95E666410028}" srcOrd="4" destOrd="0" presId="urn:microsoft.com/office/officeart/2018/2/layout/IconVerticalSolidList"/>
    <dgm:cxn modelId="{86F07EAE-4E1F-45BD-8BE8-6DC966BA0C3F}" type="presParOf" srcId="{10548E2A-6B8E-4211-8BB3-95E666410028}" destId="{151476A9-8BA4-44B0-8D25-28A747934D85}" srcOrd="0" destOrd="0" presId="urn:microsoft.com/office/officeart/2018/2/layout/IconVerticalSolidList"/>
    <dgm:cxn modelId="{0E9119F0-CE84-42B6-8C0C-0948AE229A0E}" type="presParOf" srcId="{10548E2A-6B8E-4211-8BB3-95E666410028}" destId="{62E37941-B73F-48FF-A8CD-3F48AD05BEC5}" srcOrd="1" destOrd="0" presId="urn:microsoft.com/office/officeart/2018/2/layout/IconVerticalSolidList"/>
    <dgm:cxn modelId="{7ED4C3D5-593F-4BA7-B6FC-D8BC802DA07C}" type="presParOf" srcId="{10548E2A-6B8E-4211-8BB3-95E666410028}" destId="{C9E735FE-9EA6-4CB4-98B1-36C0715E181C}" srcOrd="2" destOrd="0" presId="urn:microsoft.com/office/officeart/2018/2/layout/IconVerticalSolidList"/>
    <dgm:cxn modelId="{E1E0FB60-3001-4476-A7D3-888915787BE3}" type="presParOf" srcId="{10548E2A-6B8E-4211-8BB3-95E666410028}" destId="{8CB3FBF6-5A9B-4167-B3DA-72EDE6B975BB}" srcOrd="3" destOrd="0" presId="urn:microsoft.com/office/officeart/2018/2/layout/IconVerticalSolidList"/>
    <dgm:cxn modelId="{49EB7959-F950-4755-8429-FDB5B39A2EE4}" type="presParOf" srcId="{35E42BB6-A613-4B15-979C-D11D58F9EF84}" destId="{18C28047-B176-4CEB-8B9B-84C16988F8C6}" srcOrd="5" destOrd="0" presId="urn:microsoft.com/office/officeart/2018/2/layout/IconVerticalSolidList"/>
    <dgm:cxn modelId="{240AE925-159C-4777-BB0C-42D67A1C0011}" type="presParOf" srcId="{35E42BB6-A613-4B15-979C-D11D58F9EF84}" destId="{69164C5D-933D-4A98-9179-4643AF698AD9}" srcOrd="6" destOrd="0" presId="urn:microsoft.com/office/officeart/2018/2/layout/IconVerticalSolidList"/>
    <dgm:cxn modelId="{38A12C08-4C54-4F51-B2DD-F966CC0DEF19}" type="presParOf" srcId="{69164C5D-933D-4A98-9179-4643AF698AD9}" destId="{806D7C32-6CC5-4090-9C06-14D56B20B788}" srcOrd="0" destOrd="0" presId="urn:microsoft.com/office/officeart/2018/2/layout/IconVerticalSolidList"/>
    <dgm:cxn modelId="{DE773989-B2A0-40EA-8F93-4C7047E3D99D}" type="presParOf" srcId="{69164C5D-933D-4A98-9179-4643AF698AD9}" destId="{BD5E3AAF-593A-4EE0-BCD9-35FDD09C9251}" srcOrd="1" destOrd="0" presId="urn:microsoft.com/office/officeart/2018/2/layout/IconVerticalSolidList"/>
    <dgm:cxn modelId="{0E5034CC-DEF5-4601-854B-9B1DCCC51FEF}" type="presParOf" srcId="{69164C5D-933D-4A98-9179-4643AF698AD9}" destId="{122237BA-24D7-4CB8-8020-D82BC8DDA8A7}" srcOrd="2" destOrd="0" presId="urn:microsoft.com/office/officeart/2018/2/layout/IconVerticalSolidList"/>
    <dgm:cxn modelId="{C0CBF316-34A3-40A1-AF2E-319D9C3331F8}" type="presParOf" srcId="{69164C5D-933D-4A98-9179-4643AF698AD9}" destId="{E94D08A1-9E39-425A-8534-E99C7F8614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DCE941-22F7-4ABC-BF9B-A8628980D7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1FB358-C8F4-43FF-A034-D7ABD9948F83}">
      <dgm:prSet/>
      <dgm:spPr/>
      <dgm:t>
        <a:bodyPr/>
        <a:lstStyle/>
        <a:p>
          <a:r>
            <a:rPr lang="en-US" b="1"/>
            <a:t>As a Corporation </a:t>
          </a:r>
          <a:r>
            <a:rPr lang="en-US"/>
            <a:t>I should be able to put up an Event request for my upcoming event.</a:t>
          </a:r>
        </a:p>
      </dgm:t>
    </dgm:pt>
    <dgm:pt modelId="{88E083AD-9AA2-43AF-B41B-5456E61EBBE3}" type="parTrans" cxnId="{01B24015-EBDB-48FC-9753-F334DC8BA638}">
      <dgm:prSet/>
      <dgm:spPr/>
      <dgm:t>
        <a:bodyPr/>
        <a:lstStyle/>
        <a:p>
          <a:endParaRPr lang="en-US"/>
        </a:p>
      </dgm:t>
    </dgm:pt>
    <dgm:pt modelId="{D42EC073-7AF6-42C2-A2EB-BC93D429286C}" type="sibTrans" cxnId="{01B24015-EBDB-48FC-9753-F334DC8BA638}">
      <dgm:prSet/>
      <dgm:spPr/>
      <dgm:t>
        <a:bodyPr/>
        <a:lstStyle/>
        <a:p>
          <a:endParaRPr lang="en-US"/>
        </a:p>
      </dgm:t>
    </dgm:pt>
    <dgm:pt modelId="{1D0CADAD-BF19-4BBE-A0A8-4631DCF30809}">
      <dgm:prSet/>
      <dgm:spPr/>
      <dgm:t>
        <a:bodyPr/>
        <a:lstStyle/>
        <a:p>
          <a:r>
            <a:rPr lang="en-US"/>
            <a:t>I can mention the corporation's name, the guest count and description of the event.</a:t>
          </a:r>
        </a:p>
      </dgm:t>
    </dgm:pt>
    <dgm:pt modelId="{AE7E20D7-543B-4C09-A1EF-EBD779B29F99}" type="parTrans" cxnId="{72013C72-E09E-49D0-AEEF-6BA1577EF8AE}">
      <dgm:prSet/>
      <dgm:spPr/>
      <dgm:t>
        <a:bodyPr/>
        <a:lstStyle/>
        <a:p>
          <a:endParaRPr lang="en-US"/>
        </a:p>
      </dgm:t>
    </dgm:pt>
    <dgm:pt modelId="{B8711D35-7144-4F47-AE95-3B05CC4F6636}" type="sibTrans" cxnId="{72013C72-E09E-49D0-AEEF-6BA1577EF8AE}">
      <dgm:prSet/>
      <dgm:spPr/>
      <dgm:t>
        <a:bodyPr/>
        <a:lstStyle/>
        <a:p>
          <a:endParaRPr lang="en-US"/>
        </a:p>
      </dgm:t>
    </dgm:pt>
    <dgm:pt modelId="{BB7E65A7-C6CD-4862-B2FB-F358C8CE671F}">
      <dgm:prSet/>
      <dgm:spPr/>
      <dgm:t>
        <a:bodyPr/>
        <a:lstStyle/>
        <a:p>
          <a:r>
            <a:rPr lang="en-US" dirty="0"/>
            <a:t>As an </a:t>
          </a:r>
          <a:r>
            <a:rPr lang="en-US" b="1" dirty="0"/>
            <a:t>Event manager </a:t>
          </a:r>
          <a:r>
            <a:rPr lang="en-US" dirty="0"/>
            <a:t>I should be able to see requested Events our company can manage and Approve or delete those requests accordingly</a:t>
          </a:r>
        </a:p>
        <a:p>
          <a:endParaRPr lang="en-US" dirty="0"/>
        </a:p>
      </dgm:t>
    </dgm:pt>
    <dgm:pt modelId="{C203CC12-6C29-415F-AE11-5D259419BB31}" type="parTrans" cxnId="{903249E1-45EA-4B00-B992-939A1920651F}">
      <dgm:prSet/>
      <dgm:spPr/>
      <dgm:t>
        <a:bodyPr/>
        <a:lstStyle/>
        <a:p>
          <a:endParaRPr lang="en-US"/>
        </a:p>
      </dgm:t>
    </dgm:pt>
    <dgm:pt modelId="{A722CF3F-61B1-4CB4-BD8E-0C4917203772}" type="sibTrans" cxnId="{903249E1-45EA-4B00-B992-939A1920651F}">
      <dgm:prSet/>
      <dgm:spPr/>
      <dgm:t>
        <a:bodyPr/>
        <a:lstStyle/>
        <a:p>
          <a:endParaRPr lang="en-US"/>
        </a:p>
      </dgm:t>
    </dgm:pt>
    <dgm:pt modelId="{2E13E525-F2FA-4637-8C5D-6E6A584595B2}" type="pres">
      <dgm:prSet presAssocID="{BFDCE941-22F7-4ABC-BF9B-A8628980D7C8}" presName="linear" presStyleCnt="0">
        <dgm:presLayoutVars>
          <dgm:animLvl val="lvl"/>
          <dgm:resizeHandles val="exact"/>
        </dgm:presLayoutVars>
      </dgm:prSet>
      <dgm:spPr/>
    </dgm:pt>
    <dgm:pt modelId="{A1AFE5BE-DC9B-421F-B310-60634A55101E}" type="pres">
      <dgm:prSet presAssocID="{CF1FB358-C8F4-43FF-A034-D7ABD9948F8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466A7A6-45B5-4D6B-A762-EF6C9309775A}" type="pres">
      <dgm:prSet presAssocID="{D42EC073-7AF6-42C2-A2EB-BC93D429286C}" presName="spacer" presStyleCnt="0"/>
      <dgm:spPr/>
    </dgm:pt>
    <dgm:pt modelId="{241F0814-B9A8-4746-B25B-E8684989A896}" type="pres">
      <dgm:prSet presAssocID="{1D0CADAD-BF19-4BBE-A0A8-4631DCF3080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75C303-FA91-43C2-95EB-21856FA5197C}" type="pres">
      <dgm:prSet presAssocID="{B8711D35-7144-4F47-AE95-3B05CC4F6636}" presName="spacer" presStyleCnt="0"/>
      <dgm:spPr/>
    </dgm:pt>
    <dgm:pt modelId="{D70DC7C1-5758-4C78-9F8F-09AE58A5151B}" type="pres">
      <dgm:prSet presAssocID="{BB7E65A7-C6CD-4862-B2FB-F358C8CE671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D94303-A595-423D-8DE7-E1E9F3868616}" type="presOf" srcId="{BB7E65A7-C6CD-4862-B2FB-F358C8CE671F}" destId="{D70DC7C1-5758-4C78-9F8F-09AE58A5151B}" srcOrd="0" destOrd="0" presId="urn:microsoft.com/office/officeart/2005/8/layout/vList2"/>
    <dgm:cxn modelId="{01B24015-EBDB-48FC-9753-F334DC8BA638}" srcId="{BFDCE941-22F7-4ABC-BF9B-A8628980D7C8}" destId="{CF1FB358-C8F4-43FF-A034-D7ABD9948F83}" srcOrd="0" destOrd="0" parTransId="{88E083AD-9AA2-43AF-B41B-5456E61EBBE3}" sibTransId="{D42EC073-7AF6-42C2-A2EB-BC93D429286C}"/>
    <dgm:cxn modelId="{72013C72-E09E-49D0-AEEF-6BA1577EF8AE}" srcId="{BFDCE941-22F7-4ABC-BF9B-A8628980D7C8}" destId="{1D0CADAD-BF19-4BBE-A0A8-4631DCF30809}" srcOrd="1" destOrd="0" parTransId="{AE7E20D7-543B-4C09-A1EF-EBD779B29F99}" sibTransId="{B8711D35-7144-4F47-AE95-3B05CC4F6636}"/>
    <dgm:cxn modelId="{282DC089-DC25-4E4B-85DD-FCC6ACBEBC6A}" type="presOf" srcId="{BFDCE941-22F7-4ABC-BF9B-A8628980D7C8}" destId="{2E13E525-F2FA-4637-8C5D-6E6A584595B2}" srcOrd="0" destOrd="0" presId="urn:microsoft.com/office/officeart/2005/8/layout/vList2"/>
    <dgm:cxn modelId="{237F888C-CFAF-4647-81F6-BCD446A4D853}" type="presOf" srcId="{CF1FB358-C8F4-43FF-A034-D7ABD9948F83}" destId="{A1AFE5BE-DC9B-421F-B310-60634A55101E}" srcOrd="0" destOrd="0" presId="urn:microsoft.com/office/officeart/2005/8/layout/vList2"/>
    <dgm:cxn modelId="{3F671CDF-3749-4742-B4F3-020BC441BEE4}" type="presOf" srcId="{1D0CADAD-BF19-4BBE-A0A8-4631DCF30809}" destId="{241F0814-B9A8-4746-B25B-E8684989A896}" srcOrd="0" destOrd="0" presId="urn:microsoft.com/office/officeart/2005/8/layout/vList2"/>
    <dgm:cxn modelId="{903249E1-45EA-4B00-B992-939A1920651F}" srcId="{BFDCE941-22F7-4ABC-BF9B-A8628980D7C8}" destId="{BB7E65A7-C6CD-4862-B2FB-F358C8CE671F}" srcOrd="2" destOrd="0" parTransId="{C203CC12-6C29-415F-AE11-5D259419BB31}" sibTransId="{A722CF3F-61B1-4CB4-BD8E-0C4917203772}"/>
    <dgm:cxn modelId="{20931DDB-622F-4A7A-93A9-7A3A60078534}" type="presParOf" srcId="{2E13E525-F2FA-4637-8C5D-6E6A584595B2}" destId="{A1AFE5BE-DC9B-421F-B310-60634A55101E}" srcOrd="0" destOrd="0" presId="urn:microsoft.com/office/officeart/2005/8/layout/vList2"/>
    <dgm:cxn modelId="{B9DF2E5F-40F4-458C-91D6-C15EE1408DC1}" type="presParOf" srcId="{2E13E525-F2FA-4637-8C5D-6E6A584595B2}" destId="{9466A7A6-45B5-4D6B-A762-EF6C9309775A}" srcOrd="1" destOrd="0" presId="urn:microsoft.com/office/officeart/2005/8/layout/vList2"/>
    <dgm:cxn modelId="{ECBDAFCD-04E9-42C7-9CC5-7D672274CF2B}" type="presParOf" srcId="{2E13E525-F2FA-4637-8C5D-6E6A584595B2}" destId="{241F0814-B9A8-4746-B25B-E8684989A896}" srcOrd="2" destOrd="0" presId="urn:microsoft.com/office/officeart/2005/8/layout/vList2"/>
    <dgm:cxn modelId="{03D62D55-B5CF-409C-8187-9B7084E3F6BA}" type="presParOf" srcId="{2E13E525-F2FA-4637-8C5D-6E6A584595B2}" destId="{C475C303-FA91-43C2-95EB-21856FA5197C}" srcOrd="3" destOrd="0" presId="urn:microsoft.com/office/officeart/2005/8/layout/vList2"/>
    <dgm:cxn modelId="{F89679A1-1083-4E45-8E65-06051C41D002}" type="presParOf" srcId="{2E13E525-F2FA-4637-8C5D-6E6A584595B2}" destId="{D70DC7C1-5758-4C78-9F8F-09AE58A515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6FEACD-BCF8-4F54-AC65-B2CA84EBF3C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CCB737-B8C5-49C9-A1FD-A281572EE1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Enhance the payment system within our application.</a:t>
          </a:r>
          <a:endParaRPr lang="en-US"/>
        </a:p>
      </dgm:t>
    </dgm:pt>
    <dgm:pt modelId="{6703B6AE-C8EA-4C7E-A7CA-5B1F92250F77}" type="parTrans" cxnId="{14600430-5780-4FDA-8BC5-645FF521B0F0}">
      <dgm:prSet/>
      <dgm:spPr/>
      <dgm:t>
        <a:bodyPr/>
        <a:lstStyle/>
        <a:p>
          <a:endParaRPr lang="en-US"/>
        </a:p>
      </dgm:t>
    </dgm:pt>
    <dgm:pt modelId="{C4E81E9D-6D83-4AB4-B8C7-60983488FF0D}" type="sibTrans" cxnId="{14600430-5780-4FDA-8BC5-645FF521B0F0}">
      <dgm:prSet/>
      <dgm:spPr/>
      <dgm:t>
        <a:bodyPr/>
        <a:lstStyle/>
        <a:p>
          <a:endParaRPr lang="en-US"/>
        </a:p>
      </dgm:t>
    </dgm:pt>
    <dgm:pt modelId="{0F2457FC-6CC4-449C-A2E4-1BC8C34384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Improve the workflow for management companies to manage staff, tasks, and feedback from both staff and clients.</a:t>
          </a:r>
          <a:endParaRPr lang="en-US"/>
        </a:p>
      </dgm:t>
    </dgm:pt>
    <dgm:pt modelId="{2FEA819E-C5DB-4607-9915-A5FA2E137F27}" type="parTrans" cxnId="{4C99C4AC-56B2-40E4-A454-D72800CEE1D1}">
      <dgm:prSet/>
      <dgm:spPr/>
      <dgm:t>
        <a:bodyPr/>
        <a:lstStyle/>
        <a:p>
          <a:endParaRPr lang="en-US"/>
        </a:p>
      </dgm:t>
    </dgm:pt>
    <dgm:pt modelId="{992399E0-2BF7-467A-A26D-5919EF905974}" type="sibTrans" cxnId="{4C99C4AC-56B2-40E4-A454-D72800CEE1D1}">
      <dgm:prSet/>
      <dgm:spPr/>
      <dgm:t>
        <a:bodyPr/>
        <a:lstStyle/>
        <a:p>
          <a:endParaRPr lang="en-US"/>
        </a:p>
      </dgm:t>
    </dgm:pt>
    <dgm:pt modelId="{0DF45125-B791-4A7B-B9FC-E25F87B8CC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Implement vendor selection and management features accessible to both management and clients</a:t>
          </a:r>
          <a:endParaRPr lang="en-US"/>
        </a:p>
      </dgm:t>
    </dgm:pt>
    <dgm:pt modelId="{7D4E183B-FDC8-4DFF-AB1A-7B3C4A205BDD}" type="parTrans" cxnId="{4F0073D3-FF7B-462F-AEA9-604AFF714DB1}">
      <dgm:prSet/>
      <dgm:spPr/>
      <dgm:t>
        <a:bodyPr/>
        <a:lstStyle/>
        <a:p>
          <a:endParaRPr lang="en-US"/>
        </a:p>
      </dgm:t>
    </dgm:pt>
    <dgm:pt modelId="{B90CBC56-7D20-4614-BC28-54F228963DD5}" type="sibTrans" cxnId="{4F0073D3-FF7B-462F-AEA9-604AFF714DB1}">
      <dgm:prSet/>
      <dgm:spPr/>
      <dgm:t>
        <a:bodyPr/>
        <a:lstStyle/>
        <a:p>
          <a:endParaRPr lang="en-US"/>
        </a:p>
      </dgm:t>
    </dgm:pt>
    <dgm:pt modelId="{06F0BDAB-9EBE-488D-AD45-41A9CE605368}" type="pres">
      <dgm:prSet presAssocID="{576FEACD-BCF8-4F54-AC65-B2CA84EBF3C8}" presName="root" presStyleCnt="0">
        <dgm:presLayoutVars>
          <dgm:dir/>
          <dgm:resizeHandles val="exact"/>
        </dgm:presLayoutVars>
      </dgm:prSet>
      <dgm:spPr/>
    </dgm:pt>
    <dgm:pt modelId="{99BA4237-739E-4900-9701-AFF89737AFBD}" type="pres">
      <dgm:prSet presAssocID="{2BCCB737-B8C5-49C9-A1FD-A281572EE105}" presName="compNode" presStyleCnt="0"/>
      <dgm:spPr/>
    </dgm:pt>
    <dgm:pt modelId="{0B520F02-067B-4875-89B4-C3505D1D0AA0}" type="pres">
      <dgm:prSet presAssocID="{2BCCB737-B8C5-49C9-A1FD-A281572EE105}" presName="bgRect" presStyleLbl="bgShp" presStyleIdx="0" presStyleCnt="3"/>
      <dgm:spPr/>
    </dgm:pt>
    <dgm:pt modelId="{97DD2A57-E10C-48AB-9FF9-71B8CBFF1FDB}" type="pres">
      <dgm:prSet presAssocID="{2BCCB737-B8C5-49C9-A1FD-A281572EE10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3791AC12-A98E-4885-89B8-33533F513D07}" type="pres">
      <dgm:prSet presAssocID="{2BCCB737-B8C5-49C9-A1FD-A281572EE105}" presName="spaceRect" presStyleCnt="0"/>
      <dgm:spPr/>
    </dgm:pt>
    <dgm:pt modelId="{D0E359C7-E022-4500-84AC-37B95D42DE83}" type="pres">
      <dgm:prSet presAssocID="{2BCCB737-B8C5-49C9-A1FD-A281572EE105}" presName="parTx" presStyleLbl="revTx" presStyleIdx="0" presStyleCnt="3">
        <dgm:presLayoutVars>
          <dgm:chMax val="0"/>
          <dgm:chPref val="0"/>
        </dgm:presLayoutVars>
      </dgm:prSet>
      <dgm:spPr/>
    </dgm:pt>
    <dgm:pt modelId="{EB9E3F0E-36C8-490C-8595-6E9E57C5B080}" type="pres">
      <dgm:prSet presAssocID="{C4E81E9D-6D83-4AB4-B8C7-60983488FF0D}" presName="sibTrans" presStyleCnt="0"/>
      <dgm:spPr/>
    </dgm:pt>
    <dgm:pt modelId="{58AB4B6A-34A1-4B3F-85E0-5D44FCD8C8A0}" type="pres">
      <dgm:prSet presAssocID="{0F2457FC-6CC4-449C-A2E4-1BC8C34384DA}" presName="compNode" presStyleCnt="0"/>
      <dgm:spPr/>
    </dgm:pt>
    <dgm:pt modelId="{4F9E73EF-96F4-45E2-8BAF-803D5BE0B151}" type="pres">
      <dgm:prSet presAssocID="{0F2457FC-6CC4-449C-A2E4-1BC8C34384DA}" presName="bgRect" presStyleLbl="bgShp" presStyleIdx="1" presStyleCnt="3"/>
      <dgm:spPr/>
    </dgm:pt>
    <dgm:pt modelId="{2779AC01-D822-44B4-8CBE-FFD6CC8E07C7}" type="pres">
      <dgm:prSet presAssocID="{0F2457FC-6CC4-449C-A2E4-1BC8C34384D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19C0FFC-B58A-4272-8667-9CEB57F3FA1D}" type="pres">
      <dgm:prSet presAssocID="{0F2457FC-6CC4-449C-A2E4-1BC8C34384DA}" presName="spaceRect" presStyleCnt="0"/>
      <dgm:spPr/>
    </dgm:pt>
    <dgm:pt modelId="{35B0D7A2-DA3C-4480-BA52-2E4220FF0D62}" type="pres">
      <dgm:prSet presAssocID="{0F2457FC-6CC4-449C-A2E4-1BC8C34384DA}" presName="parTx" presStyleLbl="revTx" presStyleIdx="1" presStyleCnt="3">
        <dgm:presLayoutVars>
          <dgm:chMax val="0"/>
          <dgm:chPref val="0"/>
        </dgm:presLayoutVars>
      </dgm:prSet>
      <dgm:spPr/>
    </dgm:pt>
    <dgm:pt modelId="{1E2CB426-BF3B-4068-8015-4FBB9E736EBF}" type="pres">
      <dgm:prSet presAssocID="{992399E0-2BF7-467A-A26D-5919EF905974}" presName="sibTrans" presStyleCnt="0"/>
      <dgm:spPr/>
    </dgm:pt>
    <dgm:pt modelId="{FC4EA96B-79FE-4B52-A1D9-4B770668F30D}" type="pres">
      <dgm:prSet presAssocID="{0DF45125-B791-4A7B-B9FC-E25F87B8CC18}" presName="compNode" presStyleCnt="0"/>
      <dgm:spPr/>
    </dgm:pt>
    <dgm:pt modelId="{2A3231FD-89CD-4C20-A439-873B43FB3AE4}" type="pres">
      <dgm:prSet presAssocID="{0DF45125-B791-4A7B-B9FC-E25F87B8CC18}" presName="bgRect" presStyleLbl="bgShp" presStyleIdx="2" presStyleCnt="3"/>
      <dgm:spPr/>
    </dgm:pt>
    <dgm:pt modelId="{21FCC51D-B61A-4A08-A941-2689E1D84DD8}" type="pres">
      <dgm:prSet presAssocID="{0DF45125-B791-4A7B-B9FC-E25F87B8CC1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48D8C16-EA81-4DBA-ACF0-7752235AB5D6}" type="pres">
      <dgm:prSet presAssocID="{0DF45125-B791-4A7B-B9FC-E25F87B8CC18}" presName="spaceRect" presStyleCnt="0"/>
      <dgm:spPr/>
    </dgm:pt>
    <dgm:pt modelId="{84D095F8-64E8-49B2-BA07-FBA34061DAAF}" type="pres">
      <dgm:prSet presAssocID="{0DF45125-B791-4A7B-B9FC-E25F87B8CC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1E2D71C-60ED-43C9-9EBC-CD825DD767E0}" type="presOf" srcId="{0F2457FC-6CC4-449C-A2E4-1BC8C34384DA}" destId="{35B0D7A2-DA3C-4480-BA52-2E4220FF0D62}" srcOrd="0" destOrd="0" presId="urn:microsoft.com/office/officeart/2018/2/layout/IconVerticalSolidList"/>
    <dgm:cxn modelId="{14B20F2D-55AD-4693-B1F4-08D1873DB6C7}" type="presOf" srcId="{576FEACD-BCF8-4F54-AC65-B2CA84EBF3C8}" destId="{06F0BDAB-9EBE-488D-AD45-41A9CE605368}" srcOrd="0" destOrd="0" presId="urn:microsoft.com/office/officeart/2018/2/layout/IconVerticalSolidList"/>
    <dgm:cxn modelId="{14600430-5780-4FDA-8BC5-645FF521B0F0}" srcId="{576FEACD-BCF8-4F54-AC65-B2CA84EBF3C8}" destId="{2BCCB737-B8C5-49C9-A1FD-A281572EE105}" srcOrd="0" destOrd="0" parTransId="{6703B6AE-C8EA-4C7E-A7CA-5B1F92250F77}" sibTransId="{C4E81E9D-6D83-4AB4-B8C7-60983488FF0D}"/>
    <dgm:cxn modelId="{4C99C4AC-56B2-40E4-A454-D72800CEE1D1}" srcId="{576FEACD-BCF8-4F54-AC65-B2CA84EBF3C8}" destId="{0F2457FC-6CC4-449C-A2E4-1BC8C34384DA}" srcOrd="1" destOrd="0" parTransId="{2FEA819E-C5DB-4607-9915-A5FA2E137F27}" sibTransId="{992399E0-2BF7-467A-A26D-5919EF905974}"/>
    <dgm:cxn modelId="{4F0073D3-FF7B-462F-AEA9-604AFF714DB1}" srcId="{576FEACD-BCF8-4F54-AC65-B2CA84EBF3C8}" destId="{0DF45125-B791-4A7B-B9FC-E25F87B8CC18}" srcOrd="2" destOrd="0" parTransId="{7D4E183B-FDC8-4DFF-AB1A-7B3C4A205BDD}" sibTransId="{B90CBC56-7D20-4614-BC28-54F228963DD5}"/>
    <dgm:cxn modelId="{721308D6-164F-4BCD-A8AD-7CA43A4D4306}" type="presOf" srcId="{2BCCB737-B8C5-49C9-A1FD-A281572EE105}" destId="{D0E359C7-E022-4500-84AC-37B95D42DE83}" srcOrd="0" destOrd="0" presId="urn:microsoft.com/office/officeart/2018/2/layout/IconVerticalSolidList"/>
    <dgm:cxn modelId="{69A775F2-F189-440E-A541-6A12EE4AAA9D}" type="presOf" srcId="{0DF45125-B791-4A7B-B9FC-E25F87B8CC18}" destId="{84D095F8-64E8-49B2-BA07-FBA34061DAAF}" srcOrd="0" destOrd="0" presId="urn:microsoft.com/office/officeart/2018/2/layout/IconVerticalSolidList"/>
    <dgm:cxn modelId="{27680884-2A9E-4BFA-829F-8E8B21EAF626}" type="presParOf" srcId="{06F0BDAB-9EBE-488D-AD45-41A9CE605368}" destId="{99BA4237-739E-4900-9701-AFF89737AFBD}" srcOrd="0" destOrd="0" presId="urn:microsoft.com/office/officeart/2018/2/layout/IconVerticalSolidList"/>
    <dgm:cxn modelId="{8C6C12D0-77E5-4D86-9160-2FDA68719DC7}" type="presParOf" srcId="{99BA4237-739E-4900-9701-AFF89737AFBD}" destId="{0B520F02-067B-4875-89B4-C3505D1D0AA0}" srcOrd="0" destOrd="0" presId="urn:microsoft.com/office/officeart/2018/2/layout/IconVerticalSolidList"/>
    <dgm:cxn modelId="{CE9AB120-80A6-4660-A220-44604E56EAA7}" type="presParOf" srcId="{99BA4237-739E-4900-9701-AFF89737AFBD}" destId="{97DD2A57-E10C-48AB-9FF9-71B8CBFF1FDB}" srcOrd="1" destOrd="0" presId="urn:microsoft.com/office/officeart/2018/2/layout/IconVerticalSolidList"/>
    <dgm:cxn modelId="{C644825E-05E6-415D-802C-A01BD018382A}" type="presParOf" srcId="{99BA4237-739E-4900-9701-AFF89737AFBD}" destId="{3791AC12-A98E-4885-89B8-33533F513D07}" srcOrd="2" destOrd="0" presId="urn:microsoft.com/office/officeart/2018/2/layout/IconVerticalSolidList"/>
    <dgm:cxn modelId="{3E5C6706-C790-442B-B1EB-A09BEF6A2E63}" type="presParOf" srcId="{99BA4237-739E-4900-9701-AFF89737AFBD}" destId="{D0E359C7-E022-4500-84AC-37B95D42DE83}" srcOrd="3" destOrd="0" presId="urn:microsoft.com/office/officeart/2018/2/layout/IconVerticalSolidList"/>
    <dgm:cxn modelId="{08F12853-961C-404C-A82D-CB2448A1895F}" type="presParOf" srcId="{06F0BDAB-9EBE-488D-AD45-41A9CE605368}" destId="{EB9E3F0E-36C8-490C-8595-6E9E57C5B080}" srcOrd="1" destOrd="0" presId="urn:microsoft.com/office/officeart/2018/2/layout/IconVerticalSolidList"/>
    <dgm:cxn modelId="{07E21E8A-4F7C-41BF-B8B5-4C90D18ECECE}" type="presParOf" srcId="{06F0BDAB-9EBE-488D-AD45-41A9CE605368}" destId="{58AB4B6A-34A1-4B3F-85E0-5D44FCD8C8A0}" srcOrd="2" destOrd="0" presId="urn:microsoft.com/office/officeart/2018/2/layout/IconVerticalSolidList"/>
    <dgm:cxn modelId="{E71C9491-DAE0-4884-A7EC-0F58696425E5}" type="presParOf" srcId="{58AB4B6A-34A1-4B3F-85E0-5D44FCD8C8A0}" destId="{4F9E73EF-96F4-45E2-8BAF-803D5BE0B151}" srcOrd="0" destOrd="0" presId="urn:microsoft.com/office/officeart/2018/2/layout/IconVerticalSolidList"/>
    <dgm:cxn modelId="{66A67A60-CD2D-4429-AB35-0A9D50B1B6E1}" type="presParOf" srcId="{58AB4B6A-34A1-4B3F-85E0-5D44FCD8C8A0}" destId="{2779AC01-D822-44B4-8CBE-FFD6CC8E07C7}" srcOrd="1" destOrd="0" presId="urn:microsoft.com/office/officeart/2018/2/layout/IconVerticalSolidList"/>
    <dgm:cxn modelId="{78D2DB57-4951-48AF-AC77-E580DA86518D}" type="presParOf" srcId="{58AB4B6A-34A1-4B3F-85E0-5D44FCD8C8A0}" destId="{719C0FFC-B58A-4272-8667-9CEB57F3FA1D}" srcOrd="2" destOrd="0" presId="urn:microsoft.com/office/officeart/2018/2/layout/IconVerticalSolidList"/>
    <dgm:cxn modelId="{39445F0B-18EE-4F23-BDF1-407AEFCFB405}" type="presParOf" srcId="{58AB4B6A-34A1-4B3F-85E0-5D44FCD8C8A0}" destId="{35B0D7A2-DA3C-4480-BA52-2E4220FF0D62}" srcOrd="3" destOrd="0" presId="urn:microsoft.com/office/officeart/2018/2/layout/IconVerticalSolidList"/>
    <dgm:cxn modelId="{3AE042CC-761B-4645-A4B7-F31247EC9A7E}" type="presParOf" srcId="{06F0BDAB-9EBE-488D-AD45-41A9CE605368}" destId="{1E2CB426-BF3B-4068-8015-4FBB9E736EBF}" srcOrd="3" destOrd="0" presId="urn:microsoft.com/office/officeart/2018/2/layout/IconVerticalSolidList"/>
    <dgm:cxn modelId="{483FD2BA-39C0-498A-B94E-6D62073A43D9}" type="presParOf" srcId="{06F0BDAB-9EBE-488D-AD45-41A9CE605368}" destId="{FC4EA96B-79FE-4B52-A1D9-4B770668F30D}" srcOrd="4" destOrd="0" presId="urn:microsoft.com/office/officeart/2018/2/layout/IconVerticalSolidList"/>
    <dgm:cxn modelId="{404DD150-2C81-44E0-ADC5-5BA1F4A28943}" type="presParOf" srcId="{FC4EA96B-79FE-4B52-A1D9-4B770668F30D}" destId="{2A3231FD-89CD-4C20-A439-873B43FB3AE4}" srcOrd="0" destOrd="0" presId="urn:microsoft.com/office/officeart/2018/2/layout/IconVerticalSolidList"/>
    <dgm:cxn modelId="{E3162A27-F995-4177-B90F-F3F7F9DD1FAD}" type="presParOf" srcId="{FC4EA96B-79FE-4B52-A1D9-4B770668F30D}" destId="{21FCC51D-B61A-4A08-A941-2689E1D84DD8}" srcOrd="1" destOrd="0" presId="urn:microsoft.com/office/officeart/2018/2/layout/IconVerticalSolidList"/>
    <dgm:cxn modelId="{03FC4A7A-93B3-465E-9DAE-215098B634BD}" type="presParOf" srcId="{FC4EA96B-79FE-4B52-A1D9-4B770668F30D}" destId="{E48D8C16-EA81-4DBA-ACF0-7752235AB5D6}" srcOrd="2" destOrd="0" presId="urn:microsoft.com/office/officeart/2018/2/layout/IconVerticalSolidList"/>
    <dgm:cxn modelId="{4BDD5B1F-93C7-4B32-B315-775521D4A8E1}" type="presParOf" srcId="{FC4EA96B-79FE-4B52-A1D9-4B770668F30D}" destId="{84D095F8-64E8-49B2-BA07-FBA34061DA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6336F-7591-4818-9798-4A075925A8C0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9B07C-58B0-4190-AAAA-0CD98E45ABF6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CFF5F-17BA-4EC5-99F8-614B3D802A57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Event planning is a complex and time-consuming process, involving numerous stakeholders, tasks, and logistics.</a:t>
          </a:r>
        </a:p>
      </dsp:txBody>
      <dsp:txXfrm>
        <a:off x="1058686" y="1808"/>
        <a:ext cx="9456913" cy="916611"/>
      </dsp:txXfrm>
    </dsp:sp>
    <dsp:sp modelId="{441E0D36-37AC-40AE-BE10-441812E34D75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24D9F-3FDD-493E-A2DB-F77F66BF8BD1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1FF3E-C57A-485C-8696-89A2A6F81577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Current methods of managing events often rely on manual processes or disparate systems, leading to inefficiencies and errors.</a:t>
          </a:r>
        </a:p>
      </dsp:txBody>
      <dsp:txXfrm>
        <a:off x="1058686" y="1147573"/>
        <a:ext cx="9456913" cy="916611"/>
      </dsp:txXfrm>
    </dsp:sp>
    <dsp:sp modelId="{8A0C87F5-2417-41B4-8A9F-0A4EC83388B7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1E715-B564-4C43-A4A9-DAA49394A372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0FFD5-3FBE-43B2-8E2F-CBA84CAB20CD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Clients face challenges in finding comprehensive solutions that address all their event planning needs in one platform.</a:t>
          </a:r>
        </a:p>
      </dsp:txBody>
      <dsp:txXfrm>
        <a:off x="1058686" y="2293338"/>
        <a:ext cx="9456913" cy="916611"/>
      </dsp:txXfrm>
    </dsp:sp>
    <dsp:sp modelId="{AEB385E4-27BE-4220-9998-40159A052E33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50B10-4322-486B-A927-2705549ED0DD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5C612-0CD3-4DF3-83F8-A30D22A241A2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Communication and coordination issues arise when managing multiple vendors, attendees, and stakeholders.</a:t>
          </a:r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41CC7-3331-4FBE-A6F5-32F015665E59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8EAE7-235F-4B10-B68A-48937875B592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D9665-86FF-4AFA-9C00-FB8BE0AD472C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centralized event planning system will streamline processes by integrating key functionalities into one platform.</a:t>
          </a:r>
        </a:p>
      </dsp:txBody>
      <dsp:txXfrm>
        <a:off x="1058686" y="1808"/>
        <a:ext cx="9456913" cy="916611"/>
      </dsp:txXfrm>
    </dsp:sp>
    <dsp:sp modelId="{B89FC0BE-A2B9-43C5-BE7D-2BE80F7C7E36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18787-4CC6-46DA-ACC9-00311E74C5E7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C093A-AFC5-485A-A709-F4363C5524C1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database will automate repetitive tasks, facilitate communication, and provide real-time insights for decision making.</a:t>
          </a:r>
        </a:p>
      </dsp:txBody>
      <dsp:txXfrm>
        <a:off x="1058686" y="1147573"/>
        <a:ext cx="9456913" cy="916611"/>
      </dsp:txXfrm>
    </dsp:sp>
    <dsp:sp modelId="{151476A9-8BA4-44B0-8D25-28A747934D85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E37941-B73F-48FF-A8CD-3F48AD05BEC5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3FBF6-5A9B-4167-B3DA-72EDE6B975BB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By offering a user-friendly interface, the database will enable collaboration between clients and event planners, enhancing overall efficiency.</a:t>
          </a:r>
        </a:p>
      </dsp:txBody>
      <dsp:txXfrm>
        <a:off x="1058686" y="2293338"/>
        <a:ext cx="9456913" cy="916611"/>
      </dsp:txXfrm>
    </dsp:sp>
    <dsp:sp modelId="{806D7C32-6CC5-4090-9C06-14D56B20B788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E3AAF-593A-4EE0-BCD9-35FDD09C9251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D08A1-9E39-425A-8534-E99C7F8614D6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With comprehensive data management capabilities, the database will address the challenges faced in event planning and improve the overall event management experience.</a:t>
          </a:r>
        </a:p>
      </dsp:txBody>
      <dsp:txXfrm>
        <a:off x="1058686" y="3439103"/>
        <a:ext cx="9456913" cy="916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FE5BE-DC9B-421F-B310-60634A55101E}">
      <dsp:nvSpPr>
        <dsp:cNvPr id="0" name=""/>
        <dsp:cNvSpPr/>
      </dsp:nvSpPr>
      <dsp:spPr>
        <a:xfrm>
          <a:off x="0" y="85283"/>
          <a:ext cx="10515600" cy="1351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As a Corporation </a:t>
          </a:r>
          <a:r>
            <a:rPr lang="en-US" sz="2200" kern="1200"/>
            <a:t>I should be able to put up an Event request for my upcoming event.</a:t>
          </a:r>
        </a:p>
      </dsp:txBody>
      <dsp:txXfrm>
        <a:off x="65967" y="151250"/>
        <a:ext cx="10383666" cy="1219416"/>
      </dsp:txXfrm>
    </dsp:sp>
    <dsp:sp modelId="{241F0814-B9A8-4746-B25B-E8684989A896}">
      <dsp:nvSpPr>
        <dsp:cNvPr id="0" name=""/>
        <dsp:cNvSpPr/>
      </dsp:nvSpPr>
      <dsp:spPr>
        <a:xfrm>
          <a:off x="0" y="1499993"/>
          <a:ext cx="10515600" cy="1351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 can mention the corporation's name, the guest count and description of the event.</a:t>
          </a:r>
        </a:p>
      </dsp:txBody>
      <dsp:txXfrm>
        <a:off x="65967" y="1565960"/>
        <a:ext cx="10383666" cy="1219416"/>
      </dsp:txXfrm>
    </dsp:sp>
    <dsp:sp modelId="{D70DC7C1-5758-4C78-9F8F-09AE58A5151B}">
      <dsp:nvSpPr>
        <dsp:cNvPr id="0" name=""/>
        <dsp:cNvSpPr/>
      </dsp:nvSpPr>
      <dsp:spPr>
        <a:xfrm>
          <a:off x="0" y="2914704"/>
          <a:ext cx="10515600" cy="1351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As an </a:t>
          </a:r>
          <a:r>
            <a:rPr lang="en-US" sz="2200" b="1" kern="1200" dirty="0"/>
            <a:t>Event manager </a:t>
          </a:r>
          <a:r>
            <a:rPr lang="en-US" sz="2200" kern="1200" dirty="0"/>
            <a:t>I should be able to see requested Events our company can manage and Approve or delete those requests accordingly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65967" y="2980671"/>
        <a:ext cx="10383666" cy="12194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20F02-067B-4875-89B4-C3505D1D0AA0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D2A57-E10C-48AB-9FF9-71B8CBFF1FD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359C7-E022-4500-84AC-37B95D42DE8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Enhance the payment system within our application.</a:t>
          </a:r>
          <a:endParaRPr lang="en-US" sz="2500" kern="1200"/>
        </a:p>
      </dsp:txBody>
      <dsp:txXfrm>
        <a:off x="1435590" y="531"/>
        <a:ext cx="9080009" cy="1242935"/>
      </dsp:txXfrm>
    </dsp:sp>
    <dsp:sp modelId="{4F9E73EF-96F4-45E2-8BAF-803D5BE0B15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9AC01-D822-44B4-8CBE-FFD6CC8E07C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0D7A2-DA3C-4480-BA52-2E4220FF0D62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Improve the workflow for management companies to manage staff, tasks, and feedback from both staff and clients.</a:t>
          </a:r>
          <a:endParaRPr lang="en-US" sz="2500" kern="1200"/>
        </a:p>
      </dsp:txBody>
      <dsp:txXfrm>
        <a:off x="1435590" y="1554201"/>
        <a:ext cx="9080009" cy="1242935"/>
      </dsp:txXfrm>
    </dsp:sp>
    <dsp:sp modelId="{2A3231FD-89CD-4C20-A439-873B43FB3AE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CC51D-B61A-4A08-A941-2689E1D84DD8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095F8-64E8-49B2-BA07-FBA34061DAAF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Implement vendor selection and management features accessible to both management and clients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Event Management</a:t>
            </a:r>
            <a:br>
              <a:rPr lang="en-US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System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76030" y="963507"/>
            <a:ext cx="6250940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A Database Management System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FC0FF-87F3-B307-3B25-C07AB5FB8836}"/>
              </a:ext>
            </a:extLst>
          </p:cNvPr>
          <p:cNvSpPr txBox="1"/>
          <p:nvPr/>
        </p:nvSpPr>
        <p:spPr>
          <a:xfrm>
            <a:off x="4976030" y="3589866"/>
            <a:ext cx="6250940" cy="596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6EE9B-1552-7988-6741-F6A6AD37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Explanation of the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9DC7A5-BDFB-AB32-315E-BA983DDA4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00404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442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82DA1-2D8D-7618-792A-E0BCB3E0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Importance of the Database for Solving the Problem:</a:t>
            </a:r>
            <a:endParaRPr lang="en-US" sz="3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8AD4E6-1AF8-4009-0048-30F23D428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36458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826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38285-A9D4-6687-C22C-9BF7AEC6C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Requirements</a:t>
            </a:r>
            <a:endParaRPr lang="en-US" sz="5400"/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68A4-52DF-A6A6-6230-C2B7E8896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>
                <a:latin typeface="Aptos"/>
                <a:cs typeface="Arial"/>
              </a:rPr>
              <a:t>Manage clients, tasks, and bookings</a:t>
            </a:r>
            <a:endParaRPr lang="en-US" sz="2200" dirty="0"/>
          </a:p>
          <a:p>
            <a:r>
              <a:rPr lang="en-US" sz="2200" dirty="0">
                <a:latin typeface="Aptos"/>
                <a:cs typeface="Arial"/>
              </a:rPr>
              <a:t>Track tasks progress and due dates</a:t>
            </a:r>
          </a:p>
          <a:p>
            <a:r>
              <a:rPr lang="en-US" sz="2200" dirty="0">
                <a:latin typeface="Aptos"/>
                <a:cs typeface="Arial"/>
              </a:rPr>
              <a:t>Organize events and manage attendance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0C958806-EF2D-7151-5C00-8796EF0E5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24" r="16523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230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8998-4F48-751D-188E-EDF6325F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Entity and Attribute Walkthrough</a:t>
            </a:r>
            <a:endParaRPr lang="en-US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9FA2EE73-1247-CC4B-1E92-56BD9096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locations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location_id</a:t>
            </a:r>
            <a:r>
              <a:rPr lang="en-US" dirty="0"/>
              <a:t>, </a:t>
            </a:r>
            <a:r>
              <a:rPr lang="en-US" dirty="0" err="1"/>
              <a:t>city_name</a:t>
            </a:r>
            <a:r>
              <a:rPr lang="en-US" dirty="0"/>
              <a:t>, </a:t>
            </a:r>
            <a:r>
              <a:rPr lang="en-US" dirty="0" err="1"/>
              <a:t>location_type</a:t>
            </a:r>
            <a:r>
              <a:rPr lang="en-US" dirty="0"/>
              <a:t>, </a:t>
            </a:r>
            <a:r>
              <a:rPr lang="en-US" dirty="0" err="1"/>
              <a:t>max_occupancy</a:t>
            </a:r>
            <a:r>
              <a:rPr lang="en-US" dirty="0"/>
              <a:t>, </a:t>
            </a:r>
            <a:r>
              <a:rPr lang="en-US" dirty="0" err="1"/>
              <a:t>locations_client_id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vendors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vendor_id</a:t>
            </a:r>
            <a:r>
              <a:rPr lang="en-US" dirty="0"/>
              <a:t>, </a:t>
            </a:r>
            <a:r>
              <a:rPr lang="en-US" dirty="0" err="1"/>
              <a:t>vendor_first_name</a:t>
            </a:r>
            <a:r>
              <a:rPr lang="en-US" dirty="0"/>
              <a:t>, </a:t>
            </a:r>
            <a:r>
              <a:rPr lang="en-US" dirty="0" err="1"/>
              <a:t>vendor_last_name</a:t>
            </a:r>
            <a:r>
              <a:rPr lang="en-US" dirty="0"/>
              <a:t>, </a:t>
            </a:r>
            <a:r>
              <a:rPr lang="en-US" dirty="0" err="1"/>
              <a:t>vendor_contact_person</a:t>
            </a:r>
            <a:r>
              <a:rPr lang="en-US" dirty="0"/>
              <a:t>, </a:t>
            </a:r>
            <a:r>
              <a:rPr lang="en-US" dirty="0" err="1"/>
              <a:t>vendor_email</a:t>
            </a:r>
            <a:r>
              <a:rPr lang="en-US" dirty="0"/>
              <a:t>, </a:t>
            </a:r>
            <a:r>
              <a:rPr lang="en-US" dirty="0" err="1"/>
              <a:t>vendor_contact_number</a:t>
            </a:r>
            <a:r>
              <a:rPr lang="en-US" dirty="0"/>
              <a:t>, </a:t>
            </a:r>
            <a:r>
              <a:rPr lang="en-US" dirty="0" err="1"/>
              <a:t>vendors_invoice_id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invoices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invoice_id</a:t>
            </a:r>
            <a:r>
              <a:rPr lang="en-US" dirty="0"/>
              <a:t>, </a:t>
            </a:r>
            <a:r>
              <a:rPr lang="en-US" dirty="0" err="1"/>
              <a:t>invoice_date_issued</a:t>
            </a:r>
            <a:r>
              <a:rPr lang="en-US" dirty="0"/>
              <a:t>, </a:t>
            </a:r>
            <a:r>
              <a:rPr lang="en-US" dirty="0" err="1"/>
              <a:t>invoice_status</a:t>
            </a:r>
            <a:r>
              <a:rPr lang="en-US" dirty="0"/>
              <a:t>, </a:t>
            </a:r>
            <a:r>
              <a:rPr lang="en-US" dirty="0" err="1"/>
              <a:t>invoices_vendor_id</a:t>
            </a:r>
            <a:r>
              <a:rPr lang="en-US" dirty="0"/>
              <a:t>, </a:t>
            </a:r>
            <a:r>
              <a:rPr lang="en-US" dirty="0" err="1"/>
              <a:t>invoices_client_id</a:t>
            </a:r>
            <a:r>
              <a:rPr lang="en-US" dirty="0"/>
              <a:t>, </a:t>
            </a:r>
            <a:r>
              <a:rPr lang="en-US" dirty="0" err="1"/>
              <a:t>invoices_payment_id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events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event_id</a:t>
            </a:r>
            <a:r>
              <a:rPr lang="en-US" dirty="0"/>
              <a:t>, </a:t>
            </a:r>
            <a:r>
              <a:rPr lang="en-US" dirty="0" err="1"/>
              <a:t>event_date</a:t>
            </a:r>
            <a:r>
              <a:rPr lang="en-US" dirty="0"/>
              <a:t>, </a:t>
            </a:r>
            <a:r>
              <a:rPr lang="en-US" dirty="0" err="1"/>
              <a:t>event_type</a:t>
            </a:r>
            <a:r>
              <a:rPr lang="en-US" dirty="0"/>
              <a:t>, </a:t>
            </a:r>
            <a:r>
              <a:rPr lang="en-US" dirty="0" err="1"/>
              <a:t>event_guest_count</a:t>
            </a:r>
            <a:r>
              <a:rPr lang="en-US" dirty="0"/>
              <a:t>, </a:t>
            </a:r>
            <a:r>
              <a:rPr lang="en-US" dirty="0" err="1"/>
              <a:t>event_description</a:t>
            </a:r>
            <a:r>
              <a:rPr lang="en-US" dirty="0"/>
              <a:t>, </a:t>
            </a:r>
            <a:r>
              <a:rPr lang="en-US" dirty="0" err="1"/>
              <a:t>events_location_id</a:t>
            </a:r>
            <a:r>
              <a:rPr lang="en-US" dirty="0"/>
              <a:t>, </a:t>
            </a:r>
            <a:r>
              <a:rPr lang="en-US" dirty="0" err="1"/>
              <a:t>events_client_id</a:t>
            </a:r>
            <a:r>
              <a:rPr lang="en-US" dirty="0"/>
              <a:t>, </a:t>
            </a:r>
            <a:r>
              <a:rPr lang="en-US" dirty="0" err="1"/>
              <a:t>events_feedback_id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feedbacks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/>
              <a:t>feedback_id</a:t>
            </a:r>
            <a:r>
              <a:rPr lang="en-US" dirty="0"/>
              <a:t>, </a:t>
            </a:r>
            <a:r>
              <a:rPr lang="en-US" dirty="0" err="1"/>
              <a:t>feedback_rating</a:t>
            </a:r>
            <a:r>
              <a:rPr lang="en-US" dirty="0"/>
              <a:t>, </a:t>
            </a:r>
            <a:r>
              <a:rPr lang="en-US" dirty="0" err="1"/>
              <a:t>feedback_comment</a:t>
            </a:r>
            <a:r>
              <a:rPr lang="en-US" dirty="0"/>
              <a:t>, </a:t>
            </a:r>
            <a:r>
              <a:rPr lang="en-US" dirty="0" err="1"/>
              <a:t>feedbacks_client_id</a:t>
            </a:r>
            <a:r>
              <a:rPr lang="en-US" dirty="0"/>
              <a:t>, </a:t>
            </a:r>
            <a:r>
              <a:rPr lang="en-US" dirty="0" err="1"/>
              <a:t>feedbacks_event_id</a:t>
            </a:r>
            <a:r>
              <a:rPr lang="en-US" dirty="0"/>
              <a:t>, </a:t>
            </a:r>
            <a:r>
              <a:rPr lang="en-US" dirty="0" err="1"/>
              <a:t>feedbacks_staff_id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6F7A2-0BE1-1921-FBC6-20481D3AA026}"/>
              </a:ext>
            </a:extLst>
          </p:cNvPr>
          <p:cNvSpPr txBox="1"/>
          <p:nvPr/>
        </p:nvSpPr>
        <p:spPr>
          <a:xfrm>
            <a:off x="667265" y="1194640"/>
            <a:ext cx="1039615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6"/>
            </a:pPr>
            <a:r>
              <a:rPr lang="en-US" b="1" dirty="0"/>
              <a:t>staff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 err="1"/>
              <a:t>staff_id</a:t>
            </a:r>
            <a:r>
              <a:rPr lang="en-US" dirty="0"/>
              <a:t>, </a:t>
            </a:r>
            <a:r>
              <a:rPr lang="en-US" dirty="0" err="1"/>
              <a:t>staff_first_name</a:t>
            </a:r>
            <a:r>
              <a:rPr lang="en-US" dirty="0"/>
              <a:t>, </a:t>
            </a:r>
            <a:r>
              <a:rPr lang="en-US" dirty="0" err="1"/>
              <a:t>staff_last_name</a:t>
            </a:r>
            <a:r>
              <a:rPr lang="en-US" dirty="0"/>
              <a:t>, </a:t>
            </a:r>
            <a:r>
              <a:rPr lang="en-US" dirty="0" err="1"/>
              <a:t>staff_position</a:t>
            </a:r>
            <a:r>
              <a:rPr lang="en-US" dirty="0"/>
              <a:t>, </a:t>
            </a:r>
            <a:r>
              <a:rPr lang="en-US" dirty="0" err="1"/>
              <a:t>staff_email</a:t>
            </a:r>
            <a:r>
              <a:rPr lang="en-US" dirty="0"/>
              <a:t>, </a:t>
            </a:r>
            <a:r>
              <a:rPr lang="en-US" dirty="0" err="1"/>
              <a:t>staff_contact_number</a:t>
            </a:r>
            <a:endParaRPr lang="en-US" dirty="0"/>
          </a:p>
          <a:p>
            <a:pPr>
              <a:buFont typeface="+mj-lt"/>
              <a:buAutoNum type="arabicPeriod" startAt="6"/>
            </a:pPr>
            <a:r>
              <a:rPr lang="en-US" b="1" dirty="0"/>
              <a:t>clients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 err="1"/>
              <a:t>client_id</a:t>
            </a:r>
            <a:r>
              <a:rPr lang="en-US" dirty="0"/>
              <a:t>, </a:t>
            </a:r>
            <a:r>
              <a:rPr lang="en-US" dirty="0" err="1"/>
              <a:t>client_name</a:t>
            </a:r>
            <a:r>
              <a:rPr lang="en-US" dirty="0"/>
              <a:t>, </a:t>
            </a:r>
            <a:r>
              <a:rPr lang="en-US" dirty="0" err="1"/>
              <a:t>client_contact_person_first_name</a:t>
            </a:r>
            <a:r>
              <a:rPr lang="en-US" dirty="0"/>
              <a:t>, </a:t>
            </a:r>
            <a:r>
              <a:rPr lang="en-US" dirty="0" err="1"/>
              <a:t>client_contact_person_last_name</a:t>
            </a:r>
            <a:r>
              <a:rPr lang="en-US" dirty="0"/>
              <a:t>, </a:t>
            </a:r>
            <a:r>
              <a:rPr lang="en-US" dirty="0" err="1"/>
              <a:t>client_type</a:t>
            </a:r>
            <a:r>
              <a:rPr lang="en-US" dirty="0"/>
              <a:t>, </a:t>
            </a:r>
            <a:r>
              <a:rPr lang="en-US" dirty="0" err="1"/>
              <a:t>client_email</a:t>
            </a:r>
            <a:r>
              <a:rPr lang="en-US" dirty="0"/>
              <a:t>, </a:t>
            </a:r>
            <a:r>
              <a:rPr lang="en-US" dirty="0" err="1"/>
              <a:t>client_contact_number</a:t>
            </a:r>
            <a:r>
              <a:rPr lang="en-US" dirty="0"/>
              <a:t>, </a:t>
            </a:r>
            <a:r>
              <a:rPr lang="en-US" dirty="0" err="1"/>
              <a:t>clients_location_id</a:t>
            </a:r>
            <a:r>
              <a:rPr lang="en-US" dirty="0"/>
              <a:t>, </a:t>
            </a:r>
            <a:r>
              <a:rPr lang="en-US" dirty="0" err="1"/>
              <a:t>clients_invoice_id</a:t>
            </a:r>
            <a:r>
              <a:rPr lang="en-US" dirty="0"/>
              <a:t>, </a:t>
            </a:r>
            <a:r>
              <a:rPr lang="en-US" dirty="0" err="1"/>
              <a:t>clients_event_id</a:t>
            </a:r>
            <a:r>
              <a:rPr lang="en-US" dirty="0"/>
              <a:t>, </a:t>
            </a:r>
            <a:r>
              <a:rPr lang="en-US" dirty="0" err="1"/>
              <a:t>clients_feedback_id</a:t>
            </a:r>
            <a:r>
              <a:rPr lang="en-US" dirty="0"/>
              <a:t>, </a:t>
            </a:r>
            <a:r>
              <a:rPr lang="en-US" dirty="0" err="1"/>
              <a:t>clients_payment_id</a:t>
            </a:r>
            <a:r>
              <a:rPr lang="en-US" dirty="0"/>
              <a:t>, </a:t>
            </a:r>
            <a:r>
              <a:rPr lang="en-US" dirty="0" err="1"/>
              <a:t>clients_pending_bookings_id</a:t>
            </a:r>
            <a:endParaRPr lang="en-US" dirty="0"/>
          </a:p>
          <a:p>
            <a:pPr>
              <a:buFont typeface="+mj-lt"/>
              <a:buAutoNum type="arabicPeriod" startAt="6"/>
            </a:pPr>
            <a:r>
              <a:rPr lang="en-US" b="1" dirty="0"/>
              <a:t>payments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 err="1"/>
              <a:t>payment_id</a:t>
            </a:r>
            <a:r>
              <a:rPr lang="en-US" dirty="0"/>
              <a:t>, </a:t>
            </a:r>
            <a:r>
              <a:rPr lang="en-US" dirty="0" err="1"/>
              <a:t>payment_amount</a:t>
            </a:r>
            <a:r>
              <a:rPr lang="en-US" dirty="0"/>
              <a:t>, </a:t>
            </a:r>
            <a:r>
              <a:rPr lang="en-US" dirty="0" err="1"/>
              <a:t>payment_date</a:t>
            </a:r>
            <a:r>
              <a:rPr lang="en-US" dirty="0"/>
              <a:t>, </a:t>
            </a:r>
            <a:r>
              <a:rPr lang="en-US" dirty="0" err="1"/>
              <a:t>payment_method</a:t>
            </a:r>
            <a:r>
              <a:rPr lang="en-US" dirty="0"/>
              <a:t>, </a:t>
            </a:r>
            <a:r>
              <a:rPr lang="en-US" dirty="0" err="1"/>
              <a:t>payments_invoice_id</a:t>
            </a:r>
            <a:r>
              <a:rPr lang="en-US" dirty="0"/>
              <a:t>, </a:t>
            </a:r>
            <a:r>
              <a:rPr lang="en-US" dirty="0" err="1"/>
              <a:t>payments_client_id</a:t>
            </a:r>
            <a:endParaRPr lang="en-US" dirty="0"/>
          </a:p>
          <a:p>
            <a:pPr>
              <a:buFont typeface="+mj-lt"/>
              <a:buAutoNum type="arabicPeriod" startAt="6"/>
            </a:pPr>
            <a:r>
              <a:rPr lang="en-US" b="1" dirty="0"/>
              <a:t>tasks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 startAt="6"/>
            </a:pPr>
            <a:r>
              <a:rPr lang="en-US" dirty="0" err="1"/>
              <a:t>task_id</a:t>
            </a:r>
            <a:r>
              <a:rPr lang="en-US" dirty="0"/>
              <a:t>, task</a:t>
            </a:r>
          </a:p>
          <a:p>
            <a:pPr>
              <a:buFont typeface="+mj-lt"/>
              <a:buAutoNum type="arabicPeriod" startAt="6"/>
            </a:pPr>
            <a:r>
              <a:rPr lang="en-US" b="1" dirty="0" err="1"/>
              <a:t>event_requests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request_id</a:t>
            </a:r>
            <a:r>
              <a:rPr lang="en-US" dirty="0"/>
              <a:t>, </a:t>
            </a:r>
            <a:r>
              <a:rPr lang="en-US" dirty="0" err="1"/>
              <a:t>requesting_client_name</a:t>
            </a:r>
            <a:r>
              <a:rPr lang="en-US" dirty="0"/>
              <a:t>, </a:t>
            </a:r>
            <a:r>
              <a:rPr lang="en-US" dirty="0" err="1"/>
              <a:t>requesting_client_id</a:t>
            </a:r>
            <a:r>
              <a:rPr lang="en-US" dirty="0"/>
              <a:t>, </a:t>
            </a:r>
            <a:r>
              <a:rPr lang="en-US" dirty="0" err="1"/>
              <a:t>event_date</a:t>
            </a:r>
            <a:r>
              <a:rPr lang="en-US" dirty="0"/>
              <a:t>, </a:t>
            </a:r>
            <a:r>
              <a:rPr lang="en-US" dirty="0" err="1"/>
              <a:t>event_guest_count</a:t>
            </a:r>
            <a:r>
              <a:rPr lang="en-US" dirty="0"/>
              <a:t>, </a:t>
            </a:r>
            <a:r>
              <a:rPr lang="en-US" dirty="0" err="1"/>
              <a:t>request_approved_client_id</a:t>
            </a:r>
            <a:r>
              <a:rPr lang="en-US" dirty="0"/>
              <a:t>, </a:t>
            </a:r>
            <a:r>
              <a:rPr lang="en-US" dirty="0" err="1"/>
              <a:t>request_approved_date</a:t>
            </a:r>
            <a:r>
              <a:rPr lang="en-US" dirty="0"/>
              <a:t>, </a:t>
            </a:r>
            <a:r>
              <a:rPr lang="en-US" dirty="0" err="1"/>
              <a:t>request_event_description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3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0C0C-436D-A44E-B508-93227385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>
                <a:latin typeface="Aptos Display"/>
                <a:cs typeface="Arial"/>
              </a:rPr>
              <a:t>Entity Relationships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09A33-D6F1-7F0F-38E1-F0F37121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219307" cy="35374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One-to-Many Relationships</a:t>
            </a:r>
            <a:r>
              <a:rPr lang="en-US" sz="1400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Clients to Locations</a:t>
            </a:r>
            <a:r>
              <a:rPr lang="en-US" sz="1400" dirty="0"/>
              <a:t>: Each client may be associated with multiple locations.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Clients to Invoices</a:t>
            </a:r>
            <a:r>
              <a:rPr lang="en-US" sz="1400" dirty="0"/>
              <a:t>: Each client may have multiple invoices.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Locations to Events</a:t>
            </a:r>
            <a:r>
              <a:rPr lang="en-US" sz="1400" dirty="0"/>
              <a:t>: Each location can host multiple events.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Vendors to Invoices</a:t>
            </a:r>
            <a:r>
              <a:rPr lang="en-US" sz="1400" dirty="0"/>
              <a:t>: Each vendor may issue multiple invoices.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Events to Feedbacks</a:t>
            </a:r>
            <a:r>
              <a:rPr lang="en-US" sz="1400" dirty="0"/>
              <a:t>: Each event can receive multiple feedbacks.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Events to Staff</a:t>
            </a:r>
            <a:r>
              <a:rPr lang="en-US" sz="1400" dirty="0"/>
              <a:t>: Each event requires multiple staff members.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b="1" dirty="0"/>
              <a:t>Staff to Tasks</a:t>
            </a:r>
            <a:r>
              <a:rPr lang="en-US" sz="1400" dirty="0"/>
              <a:t>: Each staff member may have multiple tasks assigned.</a:t>
            </a:r>
          </a:p>
          <a:p>
            <a:pPr marL="0" indent="0">
              <a:buNone/>
            </a:pPr>
            <a:endParaRPr lang="en-US" sz="14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BF3DC-A666-7C5D-0EFF-23E9F14DFF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21" r="41650" b="-1"/>
          <a:stretch/>
        </p:blipFill>
        <p:spPr>
          <a:xfrm>
            <a:off x="7093135" y="787114"/>
            <a:ext cx="4103231" cy="528377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4478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4C56A8-4401-C809-0C3E-7A5C485C8978}"/>
              </a:ext>
            </a:extLst>
          </p:cNvPr>
          <p:cNvSpPr txBox="1"/>
          <p:nvPr/>
        </p:nvSpPr>
        <p:spPr>
          <a:xfrm>
            <a:off x="444842" y="1092138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tx2"/>
                </a:solidFill>
              </a:rPr>
              <a:t>Many-to-Many Relationships</a:t>
            </a:r>
            <a:r>
              <a:rPr lang="en-US" dirty="0">
                <a:solidFill>
                  <a:schemeClr val="tx2"/>
                </a:solidFill>
              </a:rPr>
              <a:t>: 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Locations to Vendors</a:t>
            </a:r>
            <a:r>
              <a:rPr lang="en-US" dirty="0">
                <a:solidFill>
                  <a:schemeClr val="tx2"/>
                </a:solidFill>
              </a:rPr>
              <a:t>: Many locations can work with many vendors.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Clients to Vendors</a:t>
            </a:r>
            <a:r>
              <a:rPr lang="en-US" dirty="0">
                <a:solidFill>
                  <a:schemeClr val="tx2"/>
                </a:solidFill>
              </a:rPr>
              <a:t>: Many clients may work with many vendors.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F13FFE6-40C8-5858-91B4-CA000F58AF3D}"/>
              </a:ext>
            </a:extLst>
          </p:cNvPr>
          <p:cNvSpPr txBox="1"/>
          <p:nvPr/>
        </p:nvSpPr>
        <p:spPr>
          <a:xfrm>
            <a:off x="444842" y="3985699"/>
            <a:ext cx="1056859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One-to-One Relationship</a:t>
            </a:r>
            <a:r>
              <a:rPr lang="en-US" dirty="0"/>
              <a:t>: 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 startAt="3"/>
            </a:pPr>
            <a:r>
              <a:rPr lang="en-US" b="1" dirty="0"/>
              <a:t>Invoices to Payments</a:t>
            </a:r>
            <a:r>
              <a:rPr lang="en-US" dirty="0"/>
              <a:t>: Each invoice corresponds to one payment.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 startAt="3"/>
            </a:pPr>
            <a:r>
              <a:rPr lang="en-US" b="1" dirty="0"/>
              <a:t>Event Requests to Events</a:t>
            </a:r>
            <a:r>
              <a:rPr lang="en-US" dirty="0"/>
              <a:t>: Each event request leads to one event being organized.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 startAt="3"/>
            </a:pPr>
            <a:r>
              <a:rPr lang="en-US" b="1" dirty="0"/>
              <a:t>Event Requests to Clients</a:t>
            </a:r>
            <a:r>
              <a:rPr lang="en-US" dirty="0"/>
              <a:t>: Each event request is associated with one client who requested it.</a:t>
            </a:r>
          </a:p>
          <a:p>
            <a:pPr marL="742950" lvl="1" indent="-285750">
              <a:spcAft>
                <a:spcPts val="600"/>
              </a:spcAft>
              <a:buFont typeface="+mj-lt"/>
              <a:buAutoNum type="arabicPeriod" startAt="3"/>
            </a:pPr>
            <a:r>
              <a:rPr lang="en-US" b="1" dirty="0"/>
              <a:t>Event Requests to Approved Clients</a:t>
            </a:r>
            <a:r>
              <a:rPr lang="en-US" dirty="0"/>
              <a:t>: Each event request is approved by one client.</a:t>
            </a:r>
          </a:p>
        </p:txBody>
      </p:sp>
    </p:spTree>
    <p:extLst>
      <p:ext uri="{BB962C8B-B14F-4D97-AF65-F5344CB8AC3E}">
        <p14:creationId xmlns:p14="http://schemas.microsoft.com/office/powerpoint/2010/main" val="3062523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5FA0-6265-DC91-9EEC-D93C79D8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89160" cy="854075"/>
          </a:xfrm>
        </p:spPr>
        <p:txBody>
          <a:bodyPr/>
          <a:lstStyle/>
          <a:p>
            <a:r>
              <a:rPr lang="en-US" dirty="0"/>
              <a:t>Conceptual Data Modelling</a:t>
            </a:r>
          </a:p>
        </p:txBody>
      </p:sp>
      <p:pic>
        <p:nvPicPr>
          <p:cNvPr id="11" name="Content Placeholder 10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B6E78B36-7877-6107-D399-D3663D171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200144"/>
            <a:ext cx="7721600" cy="5657856"/>
          </a:xfrm>
        </p:spPr>
      </p:pic>
    </p:spTree>
    <p:extLst>
      <p:ext uri="{BB962C8B-B14F-4D97-AF65-F5344CB8AC3E}">
        <p14:creationId xmlns:p14="http://schemas.microsoft.com/office/powerpoint/2010/main" val="141284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BDA94-13BA-0F4C-49C4-04A1F1F1A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340" y="0"/>
            <a:ext cx="4433314" cy="41656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dirty="0"/>
              <a:t>Logical Data Modelling</a:t>
            </a:r>
          </a:p>
        </p:txBody>
      </p:sp>
      <p:pic>
        <p:nvPicPr>
          <p:cNvPr id="4" name="Picture 3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33DC5FC8-E9E6-BFE1-BF4E-6BBA0B3F03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84" y="0"/>
            <a:ext cx="8109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0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2401E-CCC6-5C30-3819-30A5CEBB5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 DOWN Script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51F8E-9639-8E1D-44F1-5EB046AE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PowerApps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8C8B5-EA5B-5FE9-8A5E-82E58A4F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987" y="377705"/>
            <a:ext cx="3424376" cy="598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7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008E-76BD-E1D3-DBEA-9525F939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Stories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D2725A-44A2-B942-6DF8-466B8CC7D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2993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14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F035-A2DC-0747-3F75-4928210A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6DDD98-89C7-27F2-9966-1720929871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5841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</TotalTime>
  <Words>844</Words>
  <Application>Microsoft Macintosh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Event Management System</vt:lpstr>
      <vt:lpstr>Explanation of the problem</vt:lpstr>
      <vt:lpstr>Importance of the Database for Solving the Problem:</vt:lpstr>
      <vt:lpstr>Requirements</vt:lpstr>
      <vt:lpstr>Entity and Attribute Walkthrough</vt:lpstr>
      <vt:lpstr>PowerPoint Presentation</vt:lpstr>
      <vt:lpstr>Entity Relationships</vt:lpstr>
      <vt:lpstr>PowerPoint Presentation</vt:lpstr>
      <vt:lpstr>Conceptual Data Modelling</vt:lpstr>
      <vt:lpstr>Logical Data Modelling</vt:lpstr>
      <vt:lpstr>UP DOWN Script</vt:lpstr>
      <vt:lpstr>PowerApps</vt:lpstr>
      <vt:lpstr>User Stories</vt:lpstr>
      <vt:lpstr>Potential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Sudhanshu Pawar</dc:creator>
  <cp:lastModifiedBy>Nithin Kumar Hadhge Girish Kumar</cp:lastModifiedBy>
  <cp:revision>50</cp:revision>
  <dcterms:created xsi:type="dcterms:W3CDTF">2024-04-30T23:09:02Z</dcterms:created>
  <dcterms:modified xsi:type="dcterms:W3CDTF">2026-05-24T06:28:03Z</dcterms:modified>
</cp:coreProperties>
</file>